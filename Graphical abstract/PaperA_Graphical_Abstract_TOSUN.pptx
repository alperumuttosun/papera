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9326880"/>
  <p:notesSz cx="932688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95% CI range</c:v>
                </c:pt>
              </c:strCache>
            </c:strRef>
          </c:tx>
          <c:spPr>
            <a:solidFill>
              <a:srgbClr val="B7DC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Wheat</c:v>
                </c:pt>
                <c:pt idx="1">
                  <c:v>Barley</c:v>
                </c:pt>
                <c:pt idx="2">
                  <c:v>Oats</c:v>
                </c:pt>
                <c:pt idx="3">
                  <c:v>Rye</c:v>
                </c:pt>
                <c:pt idx="4">
                  <c:v>Rice</c:v>
                </c:pt>
                <c:pt idx="5">
                  <c:v>Maize</c:v>
                </c:pt>
                <c:pt idx="6">
                  <c:v>Soybean</c:v>
                </c:pt>
                <c:pt idx="7">
                  <c:v>Sorghum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0.0001</c:v>
                </c:pt>
                <c:pt idx="1">
                  <c:v>0.0001</c:v>
                </c:pt>
                <c:pt idx="2">
                  <c:v>0.0001</c:v>
                </c:pt>
                <c:pt idx="3">
                  <c:v>0.0001</c:v>
                </c:pt>
                <c:pt idx="4">
                  <c:v>0.0001</c:v>
                </c:pt>
                <c:pt idx="5">
                  <c:v>0.0001</c:v>
                </c:pt>
                <c:pt idx="6">
                  <c:v>0.0001</c:v>
                </c:pt>
                <c:pt idx="7">
                  <c:v>0.0001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-0.14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Sensitivity of Eight Crops: A Global Panel Analysis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" y="804672"/>
            <a:ext cx="3529584" cy="7635240"/>
          </a:xfrm>
          <a:prstGeom prst="roundRect">
            <a:avLst>
              <a:gd name="adj" fmla="val 1295"/>
            </a:avLst>
          </a:prstGeom>
          <a:solidFill>
            <a:srgbClr val="DCEBF7"/>
          </a:solidFill>
          <a:ln w="1905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92608" y="87782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0" y="804672"/>
            <a:ext cx="3529584" cy="7635240"/>
          </a:xfrm>
          <a:prstGeom prst="roundRect">
            <a:avLst>
              <a:gd name="adj" fmla="val 1295"/>
            </a:avLst>
          </a:prstGeom>
          <a:solidFill>
            <a:srgbClr val="E9E4F5"/>
          </a:solidFill>
          <a:ln w="1905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06240" y="87782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Statistical Framework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28432" y="804672"/>
            <a:ext cx="3529584" cy="7635240"/>
          </a:xfrm>
          <a:prstGeom prst="roundRect">
            <a:avLst>
              <a:gd name="adj" fmla="val 1295"/>
            </a:avLst>
          </a:prstGeom>
          <a:solidFill>
            <a:srgbClr val="E3F2E6"/>
          </a:solidFill>
          <a:ln w="19050">
            <a:solidFill>
              <a:srgbClr val="3E8E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19872" y="87782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8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53612" y="4475988"/>
            <a:ext cx="338328" cy="292608"/>
          </a:xfrm>
          <a:prstGeom prst="rightArrow">
            <a:avLst/>
          </a:prstGeom>
          <a:solidFill>
            <a:srgbClr val="2E6FA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667244" y="4475988"/>
            <a:ext cx="338328" cy="292608"/>
          </a:xfrm>
          <a:prstGeom prst="rightArrow">
            <a:avLst/>
          </a:prstGeom>
          <a:solidFill>
            <a:srgbClr val="2E6FA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" y="128016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Country-year panel: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FAOSTAT-derived samples, 63–143 countries per crop, 1961–2024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17922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" y="2352576"/>
            <a:ext cx="175000" cy="17500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28991" y="747"/>
                </a:moveTo>
                <a:cubicBezTo>
                  <a:pt x="130771" y="1495"/>
                  <a:pt x="132052" y="3097"/>
                  <a:pt x="132408" y="4983"/>
                </a:cubicBezTo>
                <a:lnTo>
                  <a:pt x="139491" y="43389"/>
                </a:lnTo>
                <a:lnTo>
                  <a:pt x="177897" y="50436"/>
                </a:lnTo>
                <a:cubicBezTo>
                  <a:pt x="179783" y="50792"/>
                  <a:pt x="181385" y="52073"/>
                  <a:pt x="182133" y="53853"/>
                </a:cubicBezTo>
                <a:cubicBezTo>
                  <a:pt x="182133" y="53853"/>
                  <a:pt x="182666" y="57662"/>
                  <a:pt x="181563" y="59263"/>
                </a:cubicBezTo>
                <a:lnTo>
                  <a:pt x="159388" y="91440"/>
                </a:lnTo>
                <a:lnTo>
                  <a:pt x="181563" y="123581"/>
                </a:lnTo>
                <a:cubicBezTo>
                  <a:pt x="182666" y="125183"/>
                  <a:pt x="182880" y="127212"/>
                  <a:pt x="182133" y="128991"/>
                </a:cubicBezTo>
                <a:cubicBezTo>
                  <a:pt x="182133" y="128991"/>
                  <a:pt x="179783" y="132052"/>
                  <a:pt x="177897" y="132408"/>
                </a:cubicBezTo>
                <a:lnTo>
                  <a:pt x="139491" y="139491"/>
                </a:lnTo>
                <a:lnTo>
                  <a:pt x="132408" y="177897"/>
                </a:lnTo>
                <a:cubicBezTo>
                  <a:pt x="132052" y="179783"/>
                  <a:pt x="130771" y="181385"/>
                  <a:pt x="128991" y="182133"/>
                </a:cubicBezTo>
                <a:cubicBezTo>
                  <a:pt x="128991" y="182133"/>
                  <a:pt x="125183" y="182666"/>
                  <a:pt x="123581" y="181563"/>
                </a:cubicBezTo>
                <a:lnTo>
                  <a:pt x="91440" y="159388"/>
                </a:lnTo>
                <a:lnTo>
                  <a:pt x="59299" y="181563"/>
                </a:lnTo>
                <a:cubicBezTo>
                  <a:pt x="57697" y="182666"/>
                  <a:pt x="55668" y="182880"/>
                  <a:pt x="53889" y="182133"/>
                </a:cubicBezTo>
                <a:cubicBezTo>
                  <a:pt x="53889" y="182133"/>
                  <a:pt x="50828" y="179783"/>
                  <a:pt x="50472" y="177897"/>
                </a:cubicBezTo>
                <a:lnTo>
                  <a:pt x="43389" y="139491"/>
                </a:lnTo>
                <a:lnTo>
                  <a:pt x="4983" y="132408"/>
                </a:lnTo>
                <a:cubicBezTo>
                  <a:pt x="3097" y="132052"/>
                  <a:pt x="1495" y="130771"/>
                  <a:pt x="747" y="128991"/>
                </a:cubicBezTo>
                <a:cubicBezTo>
                  <a:pt x="747" y="128991"/>
                  <a:pt x="214" y="125183"/>
                  <a:pt x="1317" y="123581"/>
                </a:cubicBezTo>
                <a:lnTo>
                  <a:pt x="23492" y="91440"/>
                </a:lnTo>
                <a:lnTo>
                  <a:pt x="1317" y="59299"/>
                </a:lnTo>
                <a:cubicBezTo>
                  <a:pt x="214" y="57697"/>
                  <a:pt x="0" y="55668"/>
                  <a:pt x="747" y="53889"/>
                </a:cubicBezTo>
                <a:cubicBezTo>
                  <a:pt x="747" y="53889"/>
                  <a:pt x="3097" y="50828"/>
                  <a:pt x="4983" y="50472"/>
                </a:cubicBezTo>
                <a:lnTo>
                  <a:pt x="43389" y="43389"/>
                </a:lnTo>
                <a:lnTo>
                  <a:pt x="50472" y="4983"/>
                </a:lnTo>
                <a:cubicBezTo>
                  <a:pt x="50828" y="3097"/>
                  <a:pt x="52109" y="1495"/>
                  <a:pt x="53889" y="747"/>
                </a:cubicBezTo>
                <a:cubicBezTo>
                  <a:pt x="53889" y="747"/>
                  <a:pt x="57697" y="214"/>
                  <a:pt x="59299" y="1317"/>
                </a:cubicBezTo>
                <a:lnTo>
                  <a:pt x="91440" y="23492"/>
                </a:lnTo>
                <a:lnTo>
                  <a:pt x="123581" y="1317"/>
                </a:lnTo>
                <a:cubicBezTo>
                  <a:pt x="125183" y="214"/>
                  <a:pt x="127212" y="0"/>
                  <a:pt x="128991" y="747"/>
                </a:cubicBezTo>
                <a:close/>
                <a:moveTo>
                  <a:pt x="57270" y="91440"/>
                </a:moveTo>
                <a:cubicBezTo>
                  <a:pt x="57270" y="72569"/>
                  <a:pt x="72569" y="57270"/>
                  <a:pt x="91440" y="57270"/>
                </a:cubicBezTo>
                <a:cubicBezTo>
                  <a:pt x="110311" y="57270"/>
                  <a:pt x="125610" y="72569"/>
                  <a:pt x="125610" y="91440"/>
                </a:cubicBezTo>
                <a:cubicBezTo>
                  <a:pt x="125610" y="110311"/>
                  <a:pt x="110311" y="125610"/>
                  <a:pt x="91440" y="125610"/>
                </a:cubicBezTo>
                <a:cubicBezTo>
                  <a:pt x="72569" y="125610"/>
                  <a:pt x="57270" y="110311"/>
                  <a:pt x="57270" y="91440"/>
                </a:cubicBezTo>
                <a:close/>
                <a:moveTo>
                  <a:pt x="137000" y="91440"/>
                </a:moveTo>
                <a:cubicBezTo>
                  <a:pt x="137000" y="66278"/>
                  <a:pt x="116602" y="45880"/>
                  <a:pt x="91440" y="45880"/>
                </a:cubicBezTo>
                <a:cubicBezTo>
                  <a:pt x="66278" y="45880"/>
                  <a:pt x="45880" y="66278"/>
                  <a:pt x="45880" y="91440"/>
                </a:cubicBezTo>
                <a:cubicBezTo>
                  <a:pt x="45880" y="116602"/>
                  <a:pt x="66278" y="137000"/>
                  <a:pt x="91440" y="137000"/>
                </a:cubicBezTo>
                <a:cubicBezTo>
                  <a:pt x="116602" y="137000"/>
                  <a:pt x="137000" y="116602"/>
                  <a:pt x="137000" y="91440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74904" y="2608608"/>
            <a:ext cx="175000" cy="175000"/>
          </a:xfrm>
          <a:custGeom>
            <a:avLst/>
            <a:gdLst/>
            <a:ahLst/>
            <a:cxnLst/>
            <a:rect l="l" t="t" r="r" b="b"/>
            <a:pathLst>
              <a:path w="182880" h="182844">
                <a:moveTo>
                  <a:pt x="34290" y="114300"/>
                </a:moveTo>
                <a:cubicBezTo>
                  <a:pt x="15359" y="114300"/>
                  <a:pt x="0" y="98941"/>
                  <a:pt x="0" y="80010"/>
                </a:cubicBezTo>
                <a:cubicBezTo>
                  <a:pt x="0" y="64830"/>
                  <a:pt x="9858" y="51935"/>
                  <a:pt x="23539" y="47435"/>
                </a:cubicBezTo>
                <a:cubicBezTo>
                  <a:pt x="23110" y="45041"/>
                  <a:pt x="22860" y="42541"/>
                  <a:pt x="22860" y="40005"/>
                </a:cubicBezTo>
                <a:cubicBezTo>
                  <a:pt x="22860" y="17895"/>
                  <a:pt x="40755" y="0"/>
                  <a:pt x="62865" y="0"/>
                </a:cubicBezTo>
                <a:cubicBezTo>
                  <a:pt x="78260" y="0"/>
                  <a:pt x="91619" y="8680"/>
                  <a:pt x="98298" y="21431"/>
                </a:cubicBezTo>
                <a:cubicBezTo>
                  <a:pt x="103549" y="15323"/>
                  <a:pt x="111335" y="11430"/>
                  <a:pt x="120015" y="11430"/>
                </a:cubicBezTo>
                <a:cubicBezTo>
                  <a:pt x="135803" y="11430"/>
                  <a:pt x="148590" y="24217"/>
                  <a:pt x="148590" y="40005"/>
                </a:cubicBezTo>
                <a:cubicBezTo>
                  <a:pt x="148590" y="41970"/>
                  <a:pt x="148376" y="43863"/>
                  <a:pt x="148019" y="45720"/>
                </a:cubicBezTo>
                <a:cubicBezTo>
                  <a:pt x="148197" y="45720"/>
                  <a:pt x="148411" y="45720"/>
                  <a:pt x="148590" y="45720"/>
                </a:cubicBezTo>
                <a:cubicBezTo>
                  <a:pt x="167521" y="45720"/>
                  <a:pt x="182880" y="61079"/>
                  <a:pt x="182880" y="80010"/>
                </a:cubicBezTo>
                <a:cubicBezTo>
                  <a:pt x="182880" y="80010"/>
                  <a:pt x="167521" y="114300"/>
                  <a:pt x="148590" y="114300"/>
                </a:cubicBezTo>
                <a:lnTo>
                  <a:pt x="34290" y="114300"/>
                </a:lnTo>
                <a:close/>
                <a:moveTo>
                  <a:pt x="31861" y="132874"/>
                </a:moveTo>
                <a:cubicBezTo>
                  <a:pt x="32325" y="131981"/>
                  <a:pt x="33254" y="131445"/>
                  <a:pt x="34290" y="131445"/>
                </a:cubicBezTo>
                <a:cubicBezTo>
                  <a:pt x="34290" y="131445"/>
                  <a:pt x="36219" y="131981"/>
                  <a:pt x="36719" y="132874"/>
                </a:cubicBezTo>
                <a:lnTo>
                  <a:pt x="49256" y="155948"/>
                </a:lnTo>
                <a:cubicBezTo>
                  <a:pt x="50721" y="158627"/>
                  <a:pt x="51471" y="161592"/>
                  <a:pt x="51471" y="164628"/>
                </a:cubicBezTo>
                <a:lnTo>
                  <a:pt x="51471" y="165699"/>
                </a:lnTo>
                <a:cubicBezTo>
                  <a:pt x="51471" y="175165"/>
                  <a:pt x="43791" y="182844"/>
                  <a:pt x="34326" y="182844"/>
                </a:cubicBezTo>
                <a:cubicBezTo>
                  <a:pt x="34326" y="182844"/>
                  <a:pt x="17181" y="175165"/>
                  <a:pt x="17181" y="165699"/>
                </a:cubicBezTo>
                <a:lnTo>
                  <a:pt x="17181" y="164628"/>
                </a:lnTo>
                <a:cubicBezTo>
                  <a:pt x="17181" y="161592"/>
                  <a:pt x="17931" y="158591"/>
                  <a:pt x="19395" y="155948"/>
                </a:cubicBezTo>
                <a:lnTo>
                  <a:pt x="31861" y="132874"/>
                </a:lnTo>
                <a:close/>
                <a:moveTo>
                  <a:pt x="89011" y="132874"/>
                </a:moveTo>
                <a:cubicBezTo>
                  <a:pt x="89475" y="131981"/>
                  <a:pt x="90404" y="131445"/>
                  <a:pt x="91440" y="131445"/>
                </a:cubicBezTo>
                <a:cubicBezTo>
                  <a:pt x="91440" y="131445"/>
                  <a:pt x="93369" y="131981"/>
                  <a:pt x="93869" y="132874"/>
                </a:cubicBezTo>
                <a:lnTo>
                  <a:pt x="106406" y="155948"/>
                </a:lnTo>
                <a:cubicBezTo>
                  <a:pt x="107871" y="158627"/>
                  <a:pt x="108621" y="161592"/>
                  <a:pt x="108621" y="164628"/>
                </a:cubicBezTo>
                <a:lnTo>
                  <a:pt x="108621" y="165699"/>
                </a:lnTo>
                <a:cubicBezTo>
                  <a:pt x="108621" y="175165"/>
                  <a:pt x="100941" y="182844"/>
                  <a:pt x="91476" y="182844"/>
                </a:cubicBezTo>
                <a:cubicBezTo>
                  <a:pt x="91476" y="182844"/>
                  <a:pt x="74331" y="175165"/>
                  <a:pt x="74331" y="165699"/>
                </a:cubicBezTo>
                <a:lnTo>
                  <a:pt x="74331" y="164628"/>
                </a:lnTo>
                <a:cubicBezTo>
                  <a:pt x="74331" y="161592"/>
                  <a:pt x="75081" y="158591"/>
                  <a:pt x="76545" y="155948"/>
                </a:cubicBezTo>
                <a:lnTo>
                  <a:pt x="89011" y="132874"/>
                </a:lnTo>
                <a:close/>
                <a:moveTo>
                  <a:pt x="133624" y="155948"/>
                </a:moveTo>
                <a:lnTo>
                  <a:pt x="146161" y="132874"/>
                </a:lnTo>
                <a:cubicBezTo>
                  <a:pt x="146625" y="131981"/>
                  <a:pt x="147554" y="131445"/>
                  <a:pt x="148590" y="131445"/>
                </a:cubicBezTo>
                <a:cubicBezTo>
                  <a:pt x="148590" y="131445"/>
                  <a:pt x="150519" y="131981"/>
                  <a:pt x="151019" y="132874"/>
                </a:cubicBezTo>
                <a:lnTo>
                  <a:pt x="163556" y="155948"/>
                </a:lnTo>
                <a:cubicBezTo>
                  <a:pt x="165021" y="158627"/>
                  <a:pt x="165771" y="161592"/>
                  <a:pt x="165771" y="164628"/>
                </a:cubicBezTo>
                <a:lnTo>
                  <a:pt x="165771" y="165699"/>
                </a:lnTo>
                <a:cubicBezTo>
                  <a:pt x="165771" y="175165"/>
                  <a:pt x="158091" y="182844"/>
                  <a:pt x="148626" y="182844"/>
                </a:cubicBezTo>
                <a:cubicBezTo>
                  <a:pt x="148626" y="182844"/>
                  <a:pt x="131481" y="175165"/>
                  <a:pt x="131481" y="165699"/>
                </a:cubicBezTo>
                <a:lnTo>
                  <a:pt x="131481" y="164628"/>
                </a:lnTo>
                <a:cubicBezTo>
                  <a:pt x="131481" y="161592"/>
                  <a:pt x="132231" y="158591"/>
                  <a:pt x="133695" y="155948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8328" y="2084832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Climate Variables (CRU): </a:t>
            </a:r>
            <a:pPr indent="0" marL="0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1091" y="2986896"/>
            <a:ext cx="2929737" cy="67617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965959" y="3046896"/>
            <a:ext cx="0" cy="55617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214853" y="3108606"/>
            <a:ext cx="154533" cy="154533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228566" y="42101"/>
                </a:moveTo>
                <a:cubicBezTo>
                  <a:pt x="237671" y="32996"/>
                  <a:pt x="237671" y="18210"/>
                  <a:pt x="228566" y="9105"/>
                </a:cubicBezTo>
                <a:cubicBezTo>
                  <a:pt x="228566" y="9105"/>
                  <a:pt x="204675" y="0"/>
                  <a:pt x="195571" y="9105"/>
                </a:cubicBezTo>
                <a:lnTo>
                  <a:pt x="118872" y="85876"/>
                </a:lnTo>
                <a:lnTo>
                  <a:pt x="42101" y="9178"/>
                </a:lnTo>
                <a:cubicBezTo>
                  <a:pt x="32996" y="73"/>
                  <a:pt x="18210" y="73"/>
                  <a:pt x="9105" y="9178"/>
                </a:cubicBezTo>
                <a:cubicBezTo>
                  <a:pt x="9105" y="9178"/>
                  <a:pt x="0" y="33069"/>
                  <a:pt x="9105" y="42173"/>
                </a:cubicBezTo>
                <a:lnTo>
                  <a:pt x="85876" y="118872"/>
                </a:lnTo>
                <a:lnTo>
                  <a:pt x="9178" y="195644"/>
                </a:lnTo>
                <a:cubicBezTo>
                  <a:pt x="73" y="204748"/>
                  <a:pt x="73" y="219534"/>
                  <a:pt x="9178" y="228639"/>
                </a:cubicBezTo>
                <a:cubicBezTo>
                  <a:pt x="9178" y="228639"/>
                  <a:pt x="33069" y="237744"/>
                  <a:pt x="42173" y="228639"/>
                </a:cubicBezTo>
                <a:lnTo>
                  <a:pt x="118872" y="151868"/>
                </a:lnTo>
                <a:lnTo>
                  <a:pt x="195644" y="228566"/>
                </a:lnTo>
                <a:cubicBezTo>
                  <a:pt x="204748" y="237671"/>
                  <a:pt x="219534" y="237671"/>
                  <a:pt x="228639" y="228566"/>
                </a:cubicBezTo>
                <a:cubicBezTo>
                  <a:pt x="228639" y="228566"/>
                  <a:pt x="237744" y="204675"/>
                  <a:pt x="228639" y="195571"/>
                </a:cubicBezTo>
                <a:lnTo>
                  <a:pt x="151868" y="118872"/>
                </a:lnTo>
                <a:lnTo>
                  <a:pt x="228566" y="42101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875" y="3330756"/>
            <a:ext cx="1230489" cy="236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Phenology-dependent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2532" y="3108606"/>
            <a:ext cx="154533" cy="154533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18872" y="237744"/>
                </a:moveTo>
                <a:cubicBezTo>
                  <a:pt x="184523" y="237744"/>
                  <a:pt x="237744" y="184523"/>
                  <a:pt x="237744" y="118872"/>
                </a:cubicBezTo>
                <a:cubicBezTo>
                  <a:pt x="237744" y="53221"/>
                  <a:pt x="184523" y="0"/>
                  <a:pt x="118872" y="0"/>
                </a:cubicBezTo>
                <a:cubicBezTo>
                  <a:pt x="53221" y="0"/>
                  <a:pt x="0" y="53221"/>
                  <a:pt x="0" y="118872"/>
                </a:cubicBezTo>
                <a:cubicBezTo>
                  <a:pt x="0" y="184523"/>
                  <a:pt x="53221" y="237744"/>
                  <a:pt x="118872" y="237744"/>
                </a:cubicBezTo>
                <a:close/>
                <a:moveTo>
                  <a:pt x="171343" y="97048"/>
                </a:moveTo>
                <a:lnTo>
                  <a:pt x="111907" y="156484"/>
                </a:lnTo>
                <a:cubicBezTo>
                  <a:pt x="107542" y="160849"/>
                  <a:pt x="100484" y="160849"/>
                  <a:pt x="96166" y="156484"/>
                </a:cubicBezTo>
                <a:lnTo>
                  <a:pt x="66448" y="126766"/>
                </a:lnTo>
                <a:cubicBezTo>
                  <a:pt x="62083" y="122401"/>
                  <a:pt x="62083" y="115343"/>
                  <a:pt x="66448" y="111025"/>
                </a:cubicBezTo>
                <a:cubicBezTo>
                  <a:pt x="66448" y="111025"/>
                  <a:pt x="77870" y="106660"/>
                  <a:pt x="82189" y="111025"/>
                </a:cubicBezTo>
                <a:lnTo>
                  <a:pt x="104013" y="132849"/>
                </a:lnTo>
                <a:lnTo>
                  <a:pt x="155555" y="81260"/>
                </a:lnTo>
                <a:cubicBezTo>
                  <a:pt x="159920" y="76895"/>
                  <a:pt x="166978" y="76895"/>
                  <a:pt x="171296" y="81260"/>
                </a:cubicBezTo>
                <a:cubicBezTo>
                  <a:pt x="171296" y="81260"/>
                  <a:pt x="175661" y="92683"/>
                  <a:pt x="171296" y="97001"/>
                </a:cubicBezTo>
                <a:close/>
              </a:path>
            </a:pathLst>
          </a:custGeom>
          <a:solidFill>
            <a:srgbClr val="2E8B4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24554" y="3330756"/>
            <a:ext cx="1230489" cy="236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climate metrics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" y="3776472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Controls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8620" y="4059936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68580" y="182880"/>
                </a:moveTo>
                <a:cubicBezTo>
                  <a:pt x="30718" y="182880"/>
                  <a:pt x="0" y="152162"/>
                  <a:pt x="0" y="114300"/>
                </a:cubicBezTo>
                <a:cubicBezTo>
                  <a:pt x="0" y="81725"/>
                  <a:pt x="46506" y="20610"/>
                  <a:pt x="59507" y="4179"/>
                </a:cubicBezTo>
                <a:cubicBezTo>
                  <a:pt x="61651" y="1500"/>
                  <a:pt x="64830" y="0"/>
                  <a:pt x="68259" y="0"/>
                </a:cubicBezTo>
                <a:lnTo>
                  <a:pt x="68901" y="0"/>
                </a:lnTo>
                <a:cubicBezTo>
                  <a:pt x="72330" y="0"/>
                  <a:pt x="75509" y="1500"/>
                  <a:pt x="77653" y="4179"/>
                </a:cubicBezTo>
                <a:cubicBezTo>
                  <a:pt x="90654" y="20610"/>
                  <a:pt x="137160" y="81725"/>
                  <a:pt x="137160" y="114300"/>
                </a:cubicBezTo>
                <a:cubicBezTo>
                  <a:pt x="137160" y="152162"/>
                  <a:pt x="106442" y="182880"/>
                  <a:pt x="68580" y="182880"/>
                </a:cubicBezTo>
                <a:close/>
                <a:moveTo>
                  <a:pt x="34290" y="120015"/>
                </a:moveTo>
                <a:cubicBezTo>
                  <a:pt x="34290" y="116872"/>
                  <a:pt x="31718" y="114300"/>
                  <a:pt x="28575" y="114300"/>
                </a:cubicBezTo>
                <a:cubicBezTo>
                  <a:pt x="28575" y="114300"/>
                  <a:pt x="22860" y="116872"/>
                  <a:pt x="22860" y="120015"/>
                </a:cubicBezTo>
                <a:cubicBezTo>
                  <a:pt x="22860" y="142125"/>
                  <a:pt x="40755" y="160020"/>
                  <a:pt x="62865" y="160020"/>
                </a:cubicBezTo>
                <a:cubicBezTo>
                  <a:pt x="66008" y="160020"/>
                  <a:pt x="68580" y="157448"/>
                  <a:pt x="68580" y="154305"/>
                </a:cubicBezTo>
                <a:cubicBezTo>
                  <a:pt x="68580" y="154305"/>
                  <a:pt x="66008" y="148590"/>
                  <a:pt x="62865" y="148590"/>
                </a:cubicBezTo>
                <a:cubicBezTo>
                  <a:pt x="47077" y="148590"/>
                  <a:pt x="34290" y="135803"/>
                  <a:pt x="34290" y="120015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2648" y="4032504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intensity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1596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14300" y="34290"/>
                </a:moveTo>
                <a:lnTo>
                  <a:pt x="68580" y="34290"/>
                </a:lnTo>
                <a:lnTo>
                  <a:pt x="51649" y="8894"/>
                </a:lnTo>
                <a:cubicBezTo>
                  <a:pt x="49113" y="5072"/>
                  <a:pt x="51828" y="0"/>
                  <a:pt x="56400" y="0"/>
                </a:cubicBezTo>
                <a:lnTo>
                  <a:pt x="126480" y="0"/>
                </a:lnTo>
                <a:cubicBezTo>
                  <a:pt x="131052" y="0"/>
                  <a:pt x="133767" y="5072"/>
                  <a:pt x="131231" y="8894"/>
                </a:cubicBezTo>
                <a:lnTo>
                  <a:pt x="114300" y="34290"/>
                </a:lnTo>
                <a:close/>
                <a:moveTo>
                  <a:pt x="68580" y="45720"/>
                </a:moveTo>
                <a:lnTo>
                  <a:pt x="114300" y="45720"/>
                </a:lnTo>
                <a:cubicBezTo>
                  <a:pt x="115657" y="46613"/>
                  <a:pt x="117193" y="47613"/>
                  <a:pt x="118943" y="48720"/>
                </a:cubicBezTo>
                <a:cubicBezTo>
                  <a:pt x="139196" y="61686"/>
                  <a:pt x="182880" y="89618"/>
                  <a:pt x="182880" y="148590"/>
                </a:cubicBezTo>
                <a:cubicBezTo>
                  <a:pt x="182880" y="167521"/>
                  <a:pt x="167521" y="182880"/>
                  <a:pt x="148590" y="182880"/>
                </a:cubicBezTo>
                <a:lnTo>
                  <a:pt x="34290" y="182880"/>
                </a:lnTo>
                <a:cubicBezTo>
                  <a:pt x="15359" y="182880"/>
                  <a:pt x="0" y="167521"/>
                  <a:pt x="0" y="148590"/>
                </a:cubicBezTo>
                <a:cubicBezTo>
                  <a:pt x="0" y="89618"/>
                  <a:pt x="43684" y="61686"/>
                  <a:pt x="63937" y="48720"/>
                </a:cubicBezTo>
                <a:cubicBezTo>
                  <a:pt x="63937" y="48720"/>
                  <a:pt x="63937" y="48720"/>
                  <a:pt x="63937" y="48720"/>
                </a:cubicBezTo>
                <a:cubicBezTo>
                  <a:pt x="63937" y="48720"/>
                  <a:pt x="63937" y="48720"/>
                  <a:pt x="63937" y="48720"/>
                </a:cubicBezTo>
                <a:cubicBezTo>
                  <a:pt x="65651" y="47613"/>
                  <a:pt x="67223" y="46613"/>
                  <a:pt x="68580" y="45720"/>
                </a:cubicBezTo>
                <a:close/>
                <a:moveTo>
                  <a:pt x="98584" y="77153"/>
                </a:moveTo>
                <a:cubicBezTo>
                  <a:pt x="98584" y="73223"/>
                  <a:pt x="95369" y="70009"/>
                  <a:pt x="91440" y="70009"/>
                </a:cubicBezTo>
                <a:cubicBezTo>
                  <a:pt x="91440" y="70009"/>
                  <a:pt x="84296" y="73223"/>
                  <a:pt x="84296" y="77153"/>
                </a:cubicBezTo>
                <a:lnTo>
                  <a:pt x="84296" y="82153"/>
                </a:lnTo>
                <a:cubicBezTo>
                  <a:pt x="81582" y="82760"/>
                  <a:pt x="78867" y="83725"/>
                  <a:pt x="76367" y="85189"/>
                </a:cubicBezTo>
                <a:cubicBezTo>
                  <a:pt x="71402" y="88154"/>
                  <a:pt x="67116" y="93333"/>
                  <a:pt x="67151" y="100870"/>
                </a:cubicBezTo>
                <a:cubicBezTo>
                  <a:pt x="67187" y="108121"/>
                  <a:pt x="71438" y="112693"/>
                  <a:pt x="75974" y="115407"/>
                </a:cubicBezTo>
                <a:cubicBezTo>
                  <a:pt x="79903" y="117765"/>
                  <a:pt x="84796" y="119265"/>
                  <a:pt x="88690" y="120408"/>
                </a:cubicBezTo>
                <a:lnTo>
                  <a:pt x="89297" y="120587"/>
                </a:lnTo>
                <a:cubicBezTo>
                  <a:pt x="93797" y="121944"/>
                  <a:pt x="97084" y="123015"/>
                  <a:pt x="99298" y="124408"/>
                </a:cubicBezTo>
                <a:cubicBezTo>
                  <a:pt x="101120" y="125551"/>
                  <a:pt x="101370" y="126337"/>
                  <a:pt x="101406" y="127337"/>
                </a:cubicBezTo>
                <a:cubicBezTo>
                  <a:pt x="101441" y="129123"/>
                  <a:pt x="100763" y="130195"/>
                  <a:pt x="99298" y="131088"/>
                </a:cubicBezTo>
                <a:cubicBezTo>
                  <a:pt x="97512" y="132195"/>
                  <a:pt x="94690" y="132874"/>
                  <a:pt x="91654" y="132767"/>
                </a:cubicBezTo>
                <a:cubicBezTo>
                  <a:pt x="87690" y="132624"/>
                  <a:pt x="83975" y="131374"/>
                  <a:pt x="79117" y="129730"/>
                </a:cubicBezTo>
                <a:cubicBezTo>
                  <a:pt x="78296" y="129445"/>
                  <a:pt x="77438" y="129159"/>
                  <a:pt x="76545" y="128873"/>
                </a:cubicBezTo>
                <a:cubicBezTo>
                  <a:pt x="72795" y="127623"/>
                  <a:pt x="68759" y="129659"/>
                  <a:pt x="67508" y="133374"/>
                </a:cubicBezTo>
                <a:cubicBezTo>
                  <a:pt x="67508" y="133374"/>
                  <a:pt x="68294" y="141161"/>
                  <a:pt x="72009" y="142411"/>
                </a:cubicBezTo>
                <a:cubicBezTo>
                  <a:pt x="72688" y="142625"/>
                  <a:pt x="73438" y="142875"/>
                  <a:pt x="74188" y="143161"/>
                </a:cubicBezTo>
                <a:cubicBezTo>
                  <a:pt x="74188" y="143161"/>
                  <a:pt x="74188" y="143161"/>
                  <a:pt x="74188" y="143161"/>
                </a:cubicBezTo>
                <a:cubicBezTo>
                  <a:pt x="74188" y="143161"/>
                  <a:pt x="74188" y="143161"/>
                  <a:pt x="74188" y="143161"/>
                </a:cubicBezTo>
                <a:cubicBezTo>
                  <a:pt x="77153" y="144197"/>
                  <a:pt x="80582" y="145375"/>
                  <a:pt x="84261" y="146161"/>
                </a:cubicBezTo>
                <a:lnTo>
                  <a:pt x="84261" y="151376"/>
                </a:lnTo>
                <a:cubicBezTo>
                  <a:pt x="84261" y="155305"/>
                  <a:pt x="87475" y="158520"/>
                  <a:pt x="91404" y="158520"/>
                </a:cubicBezTo>
                <a:cubicBezTo>
                  <a:pt x="91404" y="158520"/>
                  <a:pt x="98548" y="155305"/>
                  <a:pt x="98548" y="151376"/>
                </a:cubicBezTo>
                <a:lnTo>
                  <a:pt x="98548" y="146447"/>
                </a:lnTo>
                <a:cubicBezTo>
                  <a:pt x="101406" y="145840"/>
                  <a:pt x="104263" y="144840"/>
                  <a:pt x="106835" y="143232"/>
                </a:cubicBezTo>
                <a:cubicBezTo>
                  <a:pt x="111943" y="140053"/>
                  <a:pt x="115800" y="134624"/>
                  <a:pt x="115693" y="127159"/>
                </a:cubicBezTo>
                <a:cubicBezTo>
                  <a:pt x="115586" y="119908"/>
                  <a:pt x="111514" y="115229"/>
                  <a:pt x="106906" y="112300"/>
                </a:cubicBezTo>
                <a:cubicBezTo>
                  <a:pt x="102799" y="109728"/>
                  <a:pt x="97655" y="108156"/>
                  <a:pt x="93655" y="106942"/>
                </a:cubicBezTo>
                <a:cubicBezTo>
                  <a:pt x="93655" y="106942"/>
                  <a:pt x="93655" y="106942"/>
                  <a:pt x="93655" y="106942"/>
                </a:cubicBezTo>
                <a:lnTo>
                  <a:pt x="93405" y="106871"/>
                </a:lnTo>
                <a:cubicBezTo>
                  <a:pt x="88833" y="105477"/>
                  <a:pt x="85582" y="104477"/>
                  <a:pt x="83296" y="103120"/>
                </a:cubicBezTo>
                <a:cubicBezTo>
                  <a:pt x="81439" y="102013"/>
                  <a:pt x="81403" y="101370"/>
                  <a:pt x="81403" y="100727"/>
                </a:cubicBezTo>
                <a:cubicBezTo>
                  <a:pt x="81403" y="99405"/>
                  <a:pt x="81903" y="98405"/>
                  <a:pt x="83618" y="97405"/>
                </a:cubicBezTo>
                <a:cubicBezTo>
                  <a:pt x="85546" y="96262"/>
                  <a:pt x="88475" y="95583"/>
                  <a:pt x="91297" y="95619"/>
                </a:cubicBezTo>
                <a:cubicBezTo>
                  <a:pt x="94726" y="95655"/>
                  <a:pt x="98512" y="96405"/>
                  <a:pt x="102441" y="97476"/>
                </a:cubicBezTo>
                <a:cubicBezTo>
                  <a:pt x="106263" y="98477"/>
                  <a:pt x="110157" y="96226"/>
                  <a:pt x="111192" y="92404"/>
                </a:cubicBezTo>
                <a:cubicBezTo>
                  <a:pt x="111192" y="92404"/>
                  <a:pt x="109942" y="84689"/>
                  <a:pt x="106120" y="83653"/>
                </a:cubicBezTo>
                <a:cubicBezTo>
                  <a:pt x="103799" y="83046"/>
                  <a:pt x="101227" y="82439"/>
                  <a:pt x="98584" y="81975"/>
                </a:cubicBezTo>
                <a:lnTo>
                  <a:pt x="98584" y="77010"/>
                </a:ln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" y="4288536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3458" y="4572000"/>
            <a:ext cx="147485" cy="182880"/>
          </a:xfrm>
          <a:custGeom>
            <a:avLst/>
            <a:gdLst/>
            <a:ahLst/>
            <a:cxnLst/>
            <a:rect l="l" t="t" r="r" b="b"/>
            <a:pathLst>
              <a:path w="147485" h="182880">
                <a:moveTo>
                  <a:pt x="91322" y="0"/>
                </a:moveTo>
                <a:lnTo>
                  <a:pt x="89096" y="6524"/>
                </a:lnTo>
                <a:cubicBezTo>
                  <a:pt x="84995" y="3372"/>
                  <a:pt x="79862" y="1502"/>
                  <a:pt x="74303" y="1498"/>
                </a:cubicBezTo>
                <a:cubicBezTo>
                  <a:pt x="68468" y="1504"/>
                  <a:pt x="63105" y="3571"/>
                  <a:pt x="58909" y="7014"/>
                </a:cubicBezTo>
                <a:lnTo>
                  <a:pt x="52978" y="1857"/>
                </a:lnTo>
                <a:lnTo>
                  <a:pt x="48488" y="7021"/>
                </a:lnTo>
                <a:lnTo>
                  <a:pt x="54277" y="12053"/>
                </a:lnTo>
                <a:cubicBezTo>
                  <a:pt x="52261" y="14983"/>
                  <a:pt x="50872" y="18379"/>
                  <a:pt x="50299" y="22053"/>
                </a:cubicBezTo>
                <a:lnTo>
                  <a:pt x="41456" y="22053"/>
                </a:lnTo>
                <a:lnTo>
                  <a:pt x="41456" y="28896"/>
                </a:lnTo>
                <a:lnTo>
                  <a:pt x="49974" y="28896"/>
                </a:lnTo>
                <a:lnTo>
                  <a:pt x="49974" y="67642"/>
                </a:lnTo>
                <a:lnTo>
                  <a:pt x="43883" y="67642"/>
                </a:lnTo>
                <a:cubicBezTo>
                  <a:pt x="34600" y="67642"/>
                  <a:pt x="31727" y="65450"/>
                  <a:pt x="31727" y="55532"/>
                </a:cubicBezTo>
                <a:lnTo>
                  <a:pt x="31727" y="45600"/>
                </a:lnTo>
                <a:lnTo>
                  <a:pt x="35173" y="45600"/>
                </a:lnTo>
                <a:lnTo>
                  <a:pt x="35173" y="38758"/>
                </a:lnTo>
                <a:lnTo>
                  <a:pt x="31147" y="38758"/>
                </a:lnTo>
                <a:cubicBezTo>
                  <a:pt x="30594" y="36727"/>
                  <a:pt x="29674" y="35033"/>
                  <a:pt x="28506" y="33680"/>
                </a:cubicBezTo>
                <a:lnTo>
                  <a:pt x="25703" y="38758"/>
                </a:lnTo>
                <a:lnTo>
                  <a:pt x="24436" y="38758"/>
                </a:lnTo>
                <a:lnTo>
                  <a:pt x="19417" y="35988"/>
                </a:lnTo>
                <a:lnTo>
                  <a:pt x="22697" y="30044"/>
                </a:lnTo>
                <a:cubicBezTo>
                  <a:pt x="18982" y="29047"/>
                  <a:pt x="14849" y="29861"/>
                  <a:pt x="11816" y="32482"/>
                </a:cubicBezTo>
                <a:lnTo>
                  <a:pt x="6774" y="28099"/>
                </a:lnTo>
                <a:lnTo>
                  <a:pt x="2285" y="33262"/>
                </a:lnTo>
                <a:lnTo>
                  <a:pt x="8105" y="38322"/>
                </a:lnTo>
                <a:cubicBezTo>
                  <a:pt x="7653" y="39799"/>
                  <a:pt x="7398" y="41459"/>
                  <a:pt x="7398" y="43313"/>
                </a:cubicBezTo>
                <a:lnTo>
                  <a:pt x="7398" y="51566"/>
                </a:lnTo>
                <a:lnTo>
                  <a:pt x="0" y="51566"/>
                </a:lnTo>
                <a:lnTo>
                  <a:pt x="0" y="58408"/>
                </a:lnTo>
                <a:lnTo>
                  <a:pt x="7398" y="58408"/>
                </a:lnTo>
                <a:lnTo>
                  <a:pt x="7398" y="67642"/>
                </a:lnTo>
                <a:cubicBezTo>
                  <a:pt x="7398" y="79461"/>
                  <a:pt x="9955" y="86171"/>
                  <a:pt x="16705" y="89436"/>
                </a:cubicBezTo>
                <a:lnTo>
                  <a:pt x="12530" y="96179"/>
                </a:lnTo>
                <a:lnTo>
                  <a:pt x="18347" y="99781"/>
                </a:lnTo>
                <a:lnTo>
                  <a:pt x="23525" y="91422"/>
                </a:lnTo>
                <a:cubicBezTo>
                  <a:pt x="25930" y="91795"/>
                  <a:pt x="28643" y="91971"/>
                  <a:pt x="31706" y="91971"/>
                </a:cubicBezTo>
                <a:cubicBezTo>
                  <a:pt x="39812" y="91942"/>
                  <a:pt x="47918" y="92033"/>
                  <a:pt x="56024" y="91971"/>
                </a:cubicBezTo>
                <a:lnTo>
                  <a:pt x="56088" y="98814"/>
                </a:lnTo>
                <a:cubicBezTo>
                  <a:pt x="56088" y="98814"/>
                  <a:pt x="52861" y="98841"/>
                  <a:pt x="49974" y="98866"/>
                </a:cubicBezTo>
                <a:lnTo>
                  <a:pt x="49974" y="127396"/>
                </a:lnTo>
                <a:lnTo>
                  <a:pt x="40212" y="127396"/>
                </a:lnTo>
                <a:lnTo>
                  <a:pt x="40212" y="134239"/>
                </a:lnTo>
                <a:lnTo>
                  <a:pt x="49974" y="134239"/>
                </a:lnTo>
                <a:lnTo>
                  <a:pt x="49974" y="157271"/>
                </a:lnTo>
                <a:lnTo>
                  <a:pt x="44086" y="157271"/>
                </a:lnTo>
                <a:lnTo>
                  <a:pt x="44086" y="164113"/>
                </a:lnTo>
                <a:lnTo>
                  <a:pt x="49974" y="164113"/>
                </a:lnTo>
                <a:lnTo>
                  <a:pt x="49974" y="182880"/>
                </a:lnTo>
                <a:lnTo>
                  <a:pt x="98632" y="182880"/>
                </a:lnTo>
                <a:lnTo>
                  <a:pt x="98632" y="178297"/>
                </a:lnTo>
                <a:lnTo>
                  <a:pt x="103840" y="178297"/>
                </a:lnTo>
                <a:lnTo>
                  <a:pt x="103840" y="171454"/>
                </a:lnTo>
                <a:lnTo>
                  <a:pt x="98632" y="171454"/>
                </a:lnTo>
                <a:lnTo>
                  <a:pt x="98632" y="161388"/>
                </a:lnTo>
                <a:lnTo>
                  <a:pt x="107593" y="161388"/>
                </a:lnTo>
                <a:lnTo>
                  <a:pt x="107593" y="154545"/>
                </a:lnTo>
                <a:lnTo>
                  <a:pt x="98632" y="154545"/>
                </a:lnTo>
                <a:lnTo>
                  <a:pt x="98632" y="115016"/>
                </a:lnTo>
                <a:lnTo>
                  <a:pt x="88752" y="115016"/>
                </a:lnTo>
                <a:lnTo>
                  <a:pt x="88752" y="108173"/>
                </a:lnTo>
                <a:lnTo>
                  <a:pt x="98632" y="108173"/>
                </a:lnTo>
                <a:lnTo>
                  <a:pt x="98632" y="102201"/>
                </a:lnTo>
                <a:lnTo>
                  <a:pt x="104323" y="102201"/>
                </a:lnTo>
                <a:lnTo>
                  <a:pt x="104323" y="95358"/>
                </a:lnTo>
                <a:lnTo>
                  <a:pt x="98632" y="95358"/>
                </a:lnTo>
                <a:lnTo>
                  <a:pt x="98632" y="84376"/>
                </a:lnTo>
                <a:lnTo>
                  <a:pt x="108327" y="84376"/>
                </a:lnTo>
                <a:lnTo>
                  <a:pt x="108327" y="77534"/>
                </a:lnTo>
                <a:lnTo>
                  <a:pt x="98632" y="77534"/>
                </a:lnTo>
                <a:lnTo>
                  <a:pt x="98632" y="46735"/>
                </a:lnTo>
                <a:lnTo>
                  <a:pt x="104714" y="46735"/>
                </a:lnTo>
                <a:lnTo>
                  <a:pt x="104714" y="39892"/>
                </a:lnTo>
                <a:lnTo>
                  <a:pt x="98632" y="39892"/>
                </a:lnTo>
                <a:lnTo>
                  <a:pt x="98632" y="28111"/>
                </a:lnTo>
                <a:lnTo>
                  <a:pt x="89703" y="28111"/>
                </a:lnTo>
                <a:lnTo>
                  <a:pt x="89703" y="21268"/>
                </a:lnTo>
                <a:lnTo>
                  <a:pt x="98186" y="21268"/>
                </a:lnTo>
                <a:cubicBezTo>
                  <a:pt x="97554" y="17936"/>
                  <a:pt x="96241" y="14851"/>
                  <a:pt x="94405" y="12154"/>
                </a:cubicBezTo>
                <a:lnTo>
                  <a:pt x="97799" y="2210"/>
                </a:lnTo>
                <a:lnTo>
                  <a:pt x="91323" y="0"/>
                </a:lnTo>
                <a:close/>
                <a:moveTo>
                  <a:pt x="76337" y="11037"/>
                </a:moveTo>
                <a:lnTo>
                  <a:pt x="76669" y="23196"/>
                </a:lnTo>
                <a:lnTo>
                  <a:pt x="69829" y="23383"/>
                </a:lnTo>
                <a:lnTo>
                  <a:pt x="69496" y="11223"/>
                </a:lnTo>
                <a:lnTo>
                  <a:pt x="76336" y="11037"/>
                </a:lnTo>
                <a:close/>
                <a:moveTo>
                  <a:pt x="58612" y="34342"/>
                </a:moveTo>
                <a:lnTo>
                  <a:pt x="70776" y="34342"/>
                </a:lnTo>
                <a:lnTo>
                  <a:pt x="70776" y="41184"/>
                </a:lnTo>
                <a:lnTo>
                  <a:pt x="58612" y="41184"/>
                </a:lnTo>
                <a:lnTo>
                  <a:pt x="58612" y="34342"/>
                </a:lnTo>
                <a:close/>
                <a:moveTo>
                  <a:pt x="79083" y="60641"/>
                </a:moveTo>
                <a:lnTo>
                  <a:pt x="91248" y="60641"/>
                </a:lnTo>
                <a:lnTo>
                  <a:pt x="91248" y="67483"/>
                </a:lnTo>
                <a:lnTo>
                  <a:pt x="79083" y="67483"/>
                </a:lnTo>
                <a:lnTo>
                  <a:pt x="79083" y="60641"/>
                </a:lnTo>
                <a:close/>
                <a:moveTo>
                  <a:pt x="14567" y="64835"/>
                </a:moveTo>
                <a:lnTo>
                  <a:pt x="26731" y="64835"/>
                </a:lnTo>
                <a:lnTo>
                  <a:pt x="26731" y="71678"/>
                </a:lnTo>
                <a:lnTo>
                  <a:pt x="14567" y="71678"/>
                </a:lnTo>
                <a:lnTo>
                  <a:pt x="14567" y="64835"/>
                </a:lnTo>
                <a:close/>
                <a:moveTo>
                  <a:pt x="48229" y="76310"/>
                </a:moveTo>
                <a:lnTo>
                  <a:pt x="60394" y="76310"/>
                </a:lnTo>
                <a:lnTo>
                  <a:pt x="60394" y="83152"/>
                </a:lnTo>
                <a:lnTo>
                  <a:pt x="48229" y="83152"/>
                </a:lnTo>
                <a:lnTo>
                  <a:pt x="48229" y="76310"/>
                </a:lnTo>
                <a:close/>
                <a:moveTo>
                  <a:pt x="135670" y="81150"/>
                </a:moveTo>
                <a:lnTo>
                  <a:pt x="132205" y="88935"/>
                </a:lnTo>
                <a:cubicBezTo>
                  <a:pt x="132165" y="88935"/>
                  <a:pt x="132125" y="88930"/>
                  <a:pt x="132085" y="88930"/>
                </a:cubicBezTo>
                <a:cubicBezTo>
                  <a:pt x="129568" y="88930"/>
                  <a:pt x="127053" y="89858"/>
                  <a:pt x="125302" y="91710"/>
                </a:cubicBezTo>
                <a:lnTo>
                  <a:pt x="120452" y="87493"/>
                </a:lnTo>
                <a:lnTo>
                  <a:pt x="115962" y="92656"/>
                </a:lnTo>
                <a:lnTo>
                  <a:pt x="122961" y="98743"/>
                </a:lnTo>
                <a:lnTo>
                  <a:pt x="122961" y="116334"/>
                </a:lnTo>
                <a:cubicBezTo>
                  <a:pt x="122961" y="120964"/>
                  <a:pt x="119931" y="122383"/>
                  <a:pt x="116729" y="122383"/>
                </a:cubicBezTo>
                <a:lnTo>
                  <a:pt x="105474" y="122383"/>
                </a:lnTo>
                <a:lnTo>
                  <a:pt x="105474" y="140630"/>
                </a:lnTo>
                <a:lnTo>
                  <a:pt x="118017" y="140630"/>
                </a:lnTo>
                <a:lnTo>
                  <a:pt x="118062" y="148134"/>
                </a:lnTo>
                <a:lnTo>
                  <a:pt x="124905" y="148092"/>
                </a:lnTo>
                <a:lnTo>
                  <a:pt x="124859" y="140571"/>
                </a:lnTo>
                <a:cubicBezTo>
                  <a:pt x="135776" y="139936"/>
                  <a:pt x="141208" y="133875"/>
                  <a:pt x="141208" y="122383"/>
                </a:cubicBezTo>
                <a:lnTo>
                  <a:pt x="141208" y="115455"/>
                </a:lnTo>
                <a:lnTo>
                  <a:pt x="147485" y="115455"/>
                </a:lnTo>
                <a:lnTo>
                  <a:pt x="147485" y="108613"/>
                </a:lnTo>
                <a:lnTo>
                  <a:pt x="141208" y="108613"/>
                </a:lnTo>
                <a:lnTo>
                  <a:pt x="141208" y="98054"/>
                </a:lnTo>
                <a:cubicBezTo>
                  <a:pt x="141208" y="95151"/>
                  <a:pt x="140168" y="92942"/>
                  <a:pt x="138586" y="91425"/>
                </a:cubicBezTo>
                <a:lnTo>
                  <a:pt x="141921" y="83932"/>
                </a:lnTo>
                <a:lnTo>
                  <a:pt x="135669" y="81150"/>
                </a:lnTo>
                <a:close/>
                <a:moveTo>
                  <a:pt x="128216" y="113076"/>
                </a:moveTo>
                <a:lnTo>
                  <a:pt x="135058" y="113119"/>
                </a:lnTo>
                <a:lnTo>
                  <a:pt x="134982" y="125284"/>
                </a:lnTo>
                <a:lnTo>
                  <a:pt x="128140" y="125241"/>
                </a:lnTo>
                <a:lnTo>
                  <a:pt x="128216" y="113077"/>
                </a:lnTo>
                <a:close/>
                <a:moveTo>
                  <a:pt x="70255" y="120517"/>
                </a:moveTo>
                <a:lnTo>
                  <a:pt x="70587" y="132676"/>
                </a:lnTo>
                <a:lnTo>
                  <a:pt x="63747" y="132863"/>
                </a:lnTo>
                <a:lnTo>
                  <a:pt x="63414" y="120703"/>
                </a:lnTo>
                <a:lnTo>
                  <a:pt x="70254" y="120517"/>
                </a:lnTo>
                <a:close/>
                <a:moveTo>
                  <a:pt x="80257" y="139333"/>
                </a:moveTo>
                <a:lnTo>
                  <a:pt x="92422" y="139333"/>
                </a:lnTo>
                <a:lnTo>
                  <a:pt x="92422" y="146175"/>
                </a:lnTo>
                <a:lnTo>
                  <a:pt x="80257" y="146175"/>
                </a:lnTo>
                <a:lnTo>
                  <a:pt x="80257" y="139333"/>
                </a:lnTo>
                <a:close/>
                <a:moveTo>
                  <a:pt x="56470" y="151669"/>
                </a:moveTo>
                <a:lnTo>
                  <a:pt x="68635" y="151669"/>
                </a:lnTo>
                <a:lnTo>
                  <a:pt x="68635" y="158512"/>
                </a:lnTo>
                <a:lnTo>
                  <a:pt x="56470" y="158512"/>
                </a:lnTo>
                <a:lnTo>
                  <a:pt x="56470" y="151669"/>
                </a:ln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" y="4544568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Aridity index</a:t>
            </a:r>
            <a:r>
              <a:rPr i="1" sz="900">
                <a:solidFill>
                  <a:srgbClr val="333333"/>
                </a:solidFill>
                <a:latin typeface="Calibri"/>
              </a:rPr>
              <a:t>  (interaction only)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" y="4855464"/>
            <a:ext cx="3255264" cy="3447288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8328" y="4910328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Crops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3326" y="5189471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32735" y="5308881"/>
            <a:ext cx="238818" cy="238818"/>
          </a:xfrm>
          <a:custGeom>
            <a:avLst/>
            <a:gdLst/>
            <a:ahLst/>
            <a:cxnLst/>
            <a:rect l="l" t="t" r="r" b="b"/>
            <a:pathLst>
              <a:path w="238818" h="238818">
                <a:moveTo>
                  <a:pt x="234480" y="19982"/>
                </a:moveTo>
                <a:cubicBezTo>
                  <a:pt x="238818" y="15644"/>
                  <a:pt x="238818" y="8630"/>
                  <a:pt x="234480" y="4338"/>
                </a:cubicBezTo>
                <a:cubicBezTo>
                  <a:pt x="234480" y="4338"/>
                  <a:pt x="223128" y="0"/>
                  <a:pt x="218836" y="4338"/>
                </a:cubicBezTo>
                <a:lnTo>
                  <a:pt x="178179" y="44902"/>
                </a:lnTo>
                <a:cubicBezTo>
                  <a:pt x="173841" y="49240"/>
                  <a:pt x="173841" y="56255"/>
                  <a:pt x="178179" y="60547"/>
                </a:cubicBezTo>
                <a:cubicBezTo>
                  <a:pt x="178179" y="60547"/>
                  <a:pt x="189532" y="64885"/>
                  <a:pt x="193824" y="60547"/>
                </a:cubicBezTo>
                <a:lnTo>
                  <a:pt x="234434" y="19936"/>
                </a:lnTo>
                <a:close/>
                <a:moveTo>
                  <a:pt x="142414" y="13660"/>
                </a:moveTo>
                <a:cubicBezTo>
                  <a:pt x="139553" y="10799"/>
                  <a:pt x="134846" y="10799"/>
                  <a:pt x="131985" y="13660"/>
                </a:cubicBezTo>
                <a:lnTo>
                  <a:pt x="126724" y="18875"/>
                </a:lnTo>
                <a:cubicBezTo>
                  <a:pt x="109418" y="36180"/>
                  <a:pt x="109418" y="64239"/>
                  <a:pt x="126724" y="81544"/>
                </a:cubicBezTo>
                <a:lnTo>
                  <a:pt x="131523" y="86344"/>
                </a:lnTo>
                <a:lnTo>
                  <a:pt x="117448" y="100419"/>
                </a:lnTo>
                <a:cubicBezTo>
                  <a:pt x="115879" y="87821"/>
                  <a:pt x="110295" y="75591"/>
                  <a:pt x="100604" y="65900"/>
                </a:cubicBezTo>
                <a:lnTo>
                  <a:pt x="95389" y="60685"/>
                </a:lnTo>
                <a:cubicBezTo>
                  <a:pt x="92528" y="57824"/>
                  <a:pt x="87821" y="57824"/>
                  <a:pt x="84959" y="60685"/>
                </a:cubicBezTo>
                <a:lnTo>
                  <a:pt x="79745" y="65900"/>
                </a:lnTo>
                <a:cubicBezTo>
                  <a:pt x="62439" y="83206"/>
                  <a:pt x="62439" y="111264"/>
                  <a:pt x="79745" y="128570"/>
                </a:cubicBezTo>
                <a:lnTo>
                  <a:pt x="84544" y="133369"/>
                </a:lnTo>
                <a:lnTo>
                  <a:pt x="70469" y="147444"/>
                </a:lnTo>
                <a:cubicBezTo>
                  <a:pt x="68900" y="134846"/>
                  <a:pt x="63316" y="122617"/>
                  <a:pt x="53625" y="112925"/>
                </a:cubicBezTo>
                <a:lnTo>
                  <a:pt x="48410" y="107664"/>
                </a:lnTo>
                <a:cubicBezTo>
                  <a:pt x="45549" y="104803"/>
                  <a:pt x="40841" y="104803"/>
                  <a:pt x="37980" y="107664"/>
                </a:cubicBezTo>
                <a:lnTo>
                  <a:pt x="32765" y="112879"/>
                </a:lnTo>
                <a:cubicBezTo>
                  <a:pt x="15460" y="130185"/>
                  <a:pt x="15460" y="158243"/>
                  <a:pt x="32765" y="175549"/>
                </a:cubicBezTo>
                <a:lnTo>
                  <a:pt x="37565" y="180348"/>
                </a:lnTo>
                <a:lnTo>
                  <a:pt x="5769" y="212145"/>
                </a:lnTo>
                <a:cubicBezTo>
                  <a:pt x="0" y="217913"/>
                  <a:pt x="0" y="227281"/>
                  <a:pt x="5769" y="233050"/>
                </a:cubicBezTo>
                <a:cubicBezTo>
                  <a:pt x="5769" y="233050"/>
                  <a:pt x="20905" y="238818"/>
                  <a:pt x="26674" y="233050"/>
                </a:cubicBezTo>
                <a:lnTo>
                  <a:pt x="58470" y="201254"/>
                </a:lnTo>
                <a:lnTo>
                  <a:pt x="64100" y="206884"/>
                </a:lnTo>
                <a:cubicBezTo>
                  <a:pt x="81406" y="224189"/>
                  <a:pt x="109464" y="224189"/>
                  <a:pt x="126770" y="206884"/>
                </a:cubicBezTo>
                <a:lnTo>
                  <a:pt x="131985" y="201669"/>
                </a:lnTo>
                <a:cubicBezTo>
                  <a:pt x="134846" y="198808"/>
                  <a:pt x="134846" y="194101"/>
                  <a:pt x="131985" y="191239"/>
                </a:cubicBezTo>
                <a:lnTo>
                  <a:pt x="126770" y="186025"/>
                </a:lnTo>
                <a:cubicBezTo>
                  <a:pt x="116710" y="175964"/>
                  <a:pt x="103880" y="170288"/>
                  <a:pt x="90728" y="168996"/>
                </a:cubicBezTo>
                <a:lnTo>
                  <a:pt x="105449" y="154274"/>
                </a:lnTo>
                <a:lnTo>
                  <a:pt x="111079" y="159905"/>
                </a:lnTo>
                <a:cubicBezTo>
                  <a:pt x="128385" y="177210"/>
                  <a:pt x="156443" y="177210"/>
                  <a:pt x="173749" y="159905"/>
                </a:cubicBezTo>
                <a:lnTo>
                  <a:pt x="178964" y="154690"/>
                </a:lnTo>
                <a:cubicBezTo>
                  <a:pt x="181825" y="151829"/>
                  <a:pt x="181825" y="147121"/>
                  <a:pt x="178964" y="144260"/>
                </a:cubicBezTo>
                <a:lnTo>
                  <a:pt x="173749" y="139045"/>
                </a:lnTo>
                <a:cubicBezTo>
                  <a:pt x="163689" y="128985"/>
                  <a:pt x="150859" y="123309"/>
                  <a:pt x="137707" y="122017"/>
                </a:cubicBezTo>
                <a:lnTo>
                  <a:pt x="152428" y="107295"/>
                </a:lnTo>
                <a:lnTo>
                  <a:pt x="158059" y="112925"/>
                </a:lnTo>
                <a:cubicBezTo>
                  <a:pt x="175364" y="130231"/>
                  <a:pt x="203423" y="130231"/>
                  <a:pt x="220728" y="112925"/>
                </a:cubicBezTo>
                <a:lnTo>
                  <a:pt x="225943" y="107664"/>
                </a:lnTo>
                <a:cubicBezTo>
                  <a:pt x="228804" y="104803"/>
                  <a:pt x="228804" y="100096"/>
                  <a:pt x="225943" y="97235"/>
                </a:cubicBezTo>
                <a:lnTo>
                  <a:pt x="220728" y="91974"/>
                </a:lnTo>
                <a:cubicBezTo>
                  <a:pt x="218328" y="89574"/>
                  <a:pt x="215836" y="87451"/>
                  <a:pt x="213160" y="85559"/>
                </a:cubicBezTo>
                <a:lnTo>
                  <a:pt x="234480" y="64285"/>
                </a:lnTo>
                <a:cubicBezTo>
                  <a:pt x="238818" y="59947"/>
                  <a:pt x="238818" y="52932"/>
                  <a:pt x="234480" y="48641"/>
                </a:cubicBezTo>
                <a:cubicBezTo>
                  <a:pt x="234480" y="48641"/>
                  <a:pt x="223128" y="44303"/>
                  <a:pt x="218836" y="48641"/>
                </a:cubicBezTo>
                <a:lnTo>
                  <a:pt x="191424" y="76053"/>
                </a:lnTo>
                <a:cubicBezTo>
                  <a:pt x="181917" y="74022"/>
                  <a:pt x="172042" y="74345"/>
                  <a:pt x="162673" y="77022"/>
                </a:cubicBezTo>
                <a:cubicBezTo>
                  <a:pt x="165488" y="67192"/>
                  <a:pt x="165719" y="56809"/>
                  <a:pt x="163319" y="46887"/>
                </a:cubicBezTo>
                <a:lnTo>
                  <a:pt x="190178" y="19982"/>
                </a:lnTo>
                <a:cubicBezTo>
                  <a:pt x="194516" y="15644"/>
                  <a:pt x="194516" y="8630"/>
                  <a:pt x="190178" y="4338"/>
                </a:cubicBezTo>
                <a:cubicBezTo>
                  <a:pt x="190178" y="4338"/>
                  <a:pt x="178825" y="0"/>
                  <a:pt x="174534" y="4338"/>
                </a:cubicBezTo>
                <a:lnTo>
                  <a:pt x="153305" y="25474"/>
                </a:lnTo>
                <a:cubicBezTo>
                  <a:pt x="151598" y="23167"/>
                  <a:pt x="149706" y="20951"/>
                  <a:pt x="147583" y="18875"/>
                </a:cubicBezTo>
                <a:lnTo>
                  <a:pt x="142414" y="13660"/>
                </a:ln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84048" y="571282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40958" y="5189471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660367" y="5309728"/>
            <a:ext cx="238818" cy="237124"/>
          </a:xfrm>
          <a:custGeom>
            <a:avLst/>
            <a:gdLst/>
            <a:ahLst/>
            <a:cxnLst/>
            <a:rect l="l" t="t" r="r" b="b"/>
            <a:pathLst>
              <a:path w="238818" h="237124">
                <a:moveTo>
                  <a:pt x="40778" y="2"/>
                </a:moveTo>
                <a:cubicBezTo>
                  <a:pt x="31495" y="13487"/>
                  <a:pt x="25924" y="26041"/>
                  <a:pt x="24432" y="36268"/>
                </a:cubicBezTo>
                <a:lnTo>
                  <a:pt x="36346" y="55755"/>
                </a:lnTo>
                <a:lnTo>
                  <a:pt x="50591" y="39098"/>
                </a:lnTo>
                <a:cubicBezTo>
                  <a:pt x="51023" y="28541"/>
                  <a:pt x="47859" y="14873"/>
                  <a:pt x="40778" y="0"/>
                </a:cubicBezTo>
                <a:close/>
                <a:moveTo>
                  <a:pt x="226982" y="1464"/>
                </a:moveTo>
                <a:cubicBezTo>
                  <a:pt x="212819" y="9640"/>
                  <a:pt x="202404" y="18571"/>
                  <a:pt x="196656" y="27156"/>
                </a:cubicBezTo>
                <a:lnTo>
                  <a:pt x="199020" y="49893"/>
                </a:lnTo>
                <a:lnTo>
                  <a:pt x="219051" y="40966"/>
                </a:lnTo>
                <a:cubicBezTo>
                  <a:pt x="223973" y="31621"/>
                  <a:pt x="226983" y="17929"/>
                  <a:pt x="226983" y="1464"/>
                </a:cubicBezTo>
                <a:close/>
                <a:moveTo>
                  <a:pt x="181322" y="15040"/>
                </a:moveTo>
                <a:cubicBezTo>
                  <a:pt x="176269" y="25509"/>
                  <a:pt x="172961" y="35365"/>
                  <a:pt x="171291" y="44061"/>
                </a:cubicBezTo>
                <a:lnTo>
                  <a:pt x="180435" y="72769"/>
                </a:lnTo>
                <a:lnTo>
                  <a:pt x="190279" y="55724"/>
                </a:lnTo>
                <a:lnTo>
                  <a:pt x="187044" y="24759"/>
                </a:lnTo>
                <a:lnTo>
                  <a:pt x="187059" y="24759"/>
                </a:lnTo>
                <a:cubicBezTo>
                  <a:pt x="185356" y="21578"/>
                  <a:pt x="183450" y="18337"/>
                  <a:pt x="181321" y="15040"/>
                </a:cubicBezTo>
                <a:close/>
                <a:moveTo>
                  <a:pt x="5397" y="31899"/>
                </a:moveTo>
                <a:cubicBezTo>
                  <a:pt x="5334" y="43527"/>
                  <a:pt x="6588" y="53847"/>
                  <a:pt x="8818" y="62413"/>
                </a:cubicBezTo>
                <a:lnTo>
                  <a:pt x="29409" y="84387"/>
                </a:lnTo>
                <a:lnTo>
                  <a:pt x="30964" y="64776"/>
                </a:lnTo>
                <a:lnTo>
                  <a:pt x="14728" y="38214"/>
                </a:lnTo>
                <a:lnTo>
                  <a:pt x="14743" y="38198"/>
                </a:lnTo>
                <a:cubicBezTo>
                  <a:pt x="11841" y="36064"/>
                  <a:pt x="8731" y="33958"/>
                  <a:pt x="5397" y="31899"/>
                </a:cubicBezTo>
                <a:close/>
                <a:moveTo>
                  <a:pt x="71509" y="37141"/>
                </a:moveTo>
                <a:cubicBezTo>
                  <a:pt x="67321" y="38885"/>
                  <a:pt x="63402" y="40730"/>
                  <a:pt x="59767" y="42662"/>
                </a:cubicBezTo>
                <a:lnTo>
                  <a:pt x="40233" y="65540"/>
                </a:lnTo>
                <a:lnTo>
                  <a:pt x="38694" y="85135"/>
                </a:lnTo>
                <a:lnTo>
                  <a:pt x="63795" y="65679"/>
                </a:lnTo>
                <a:cubicBezTo>
                  <a:pt x="67135" y="57764"/>
                  <a:pt x="69812" y="48130"/>
                  <a:pt x="71509" y="37141"/>
                </a:cubicBezTo>
                <a:close/>
                <a:moveTo>
                  <a:pt x="159705" y="47903"/>
                </a:moveTo>
                <a:cubicBezTo>
                  <a:pt x="147749" y="76813"/>
                  <a:pt x="151663" y="96605"/>
                  <a:pt x="163623" y="101900"/>
                </a:cubicBezTo>
                <a:lnTo>
                  <a:pt x="174152" y="83673"/>
                </a:lnTo>
                <a:lnTo>
                  <a:pt x="164401" y="53097"/>
                </a:lnTo>
                <a:cubicBezTo>
                  <a:pt x="162921" y="51376"/>
                  <a:pt x="161361" y="49642"/>
                  <a:pt x="159704" y="47903"/>
                </a:cubicBezTo>
                <a:close/>
                <a:moveTo>
                  <a:pt x="232379" y="48012"/>
                </a:moveTo>
                <a:cubicBezTo>
                  <a:pt x="230115" y="47998"/>
                  <a:pt x="227915" y="48054"/>
                  <a:pt x="225770" y="48151"/>
                </a:cubicBezTo>
                <a:lnTo>
                  <a:pt x="198334" y="60375"/>
                </a:lnTo>
                <a:lnTo>
                  <a:pt x="188490" y="77435"/>
                </a:lnTo>
                <a:lnTo>
                  <a:pt x="219516" y="70639"/>
                </a:lnTo>
                <a:cubicBezTo>
                  <a:pt x="225935" y="64931"/>
                  <a:pt x="232501" y="57388"/>
                  <a:pt x="238754" y="48197"/>
                </a:cubicBezTo>
                <a:cubicBezTo>
                  <a:pt x="236585" y="48090"/>
                  <a:pt x="234454" y="48024"/>
                  <a:pt x="232378" y="48011"/>
                </a:cubicBezTo>
                <a:close/>
                <a:moveTo>
                  <a:pt x="119860" y="52351"/>
                </a:moveTo>
                <a:cubicBezTo>
                  <a:pt x="108294" y="63916"/>
                  <a:pt x="100534" y="75246"/>
                  <a:pt x="97201" y="85026"/>
                </a:cubicBezTo>
                <a:lnTo>
                  <a:pt x="105381" y="106379"/>
                </a:lnTo>
                <a:lnTo>
                  <a:pt x="122411" y="92569"/>
                </a:lnTo>
                <a:cubicBezTo>
                  <a:pt x="124747" y="82265"/>
                  <a:pt x="124121" y="68255"/>
                  <a:pt x="119860" y="52351"/>
                </a:cubicBezTo>
                <a:close/>
                <a:moveTo>
                  <a:pt x="0" y="70856"/>
                </a:moveTo>
                <a:cubicBezTo>
                  <a:pt x="1632" y="102094"/>
                  <a:pt x="13677" y="118288"/>
                  <a:pt x="26750" y="117932"/>
                </a:cubicBezTo>
                <a:lnTo>
                  <a:pt x="28414" y="96920"/>
                </a:lnTo>
                <a:lnTo>
                  <a:pt x="6485" y="73530"/>
                </a:lnTo>
                <a:cubicBezTo>
                  <a:pt x="4407" y="72612"/>
                  <a:pt x="2247" y="71715"/>
                  <a:pt x="0" y="70856"/>
                </a:cubicBezTo>
                <a:close/>
                <a:moveTo>
                  <a:pt x="71276" y="76517"/>
                </a:moveTo>
                <a:cubicBezTo>
                  <a:pt x="68062" y="77190"/>
                  <a:pt x="64990" y="77958"/>
                  <a:pt x="62069" y="78787"/>
                </a:cubicBezTo>
                <a:lnTo>
                  <a:pt x="37698" y="97668"/>
                </a:lnTo>
                <a:lnTo>
                  <a:pt x="36050" y="118445"/>
                </a:lnTo>
                <a:cubicBezTo>
                  <a:pt x="49234" y="122183"/>
                  <a:pt x="64497" y="108210"/>
                  <a:pt x="71275" y="76517"/>
                </a:cubicBezTo>
                <a:close/>
                <a:moveTo>
                  <a:pt x="79268" y="77294"/>
                </a:moveTo>
                <a:cubicBezTo>
                  <a:pt x="77098" y="88708"/>
                  <a:pt x="76456" y="99073"/>
                  <a:pt x="77091" y="107901"/>
                </a:cubicBezTo>
                <a:lnTo>
                  <a:pt x="93359" y="133282"/>
                </a:lnTo>
                <a:lnTo>
                  <a:pt x="98445" y="114277"/>
                </a:lnTo>
                <a:lnTo>
                  <a:pt x="87294" y="85195"/>
                </a:lnTo>
                <a:lnTo>
                  <a:pt x="87309" y="85195"/>
                </a:lnTo>
                <a:cubicBezTo>
                  <a:pt x="84845" y="82567"/>
                  <a:pt x="82174" y="79924"/>
                  <a:pt x="79269" y="77294"/>
                </a:cubicBezTo>
                <a:close/>
                <a:moveTo>
                  <a:pt x="212348" y="81743"/>
                </a:moveTo>
                <a:lnTo>
                  <a:pt x="182208" y="88321"/>
                </a:lnTo>
                <a:lnTo>
                  <a:pt x="171789" y="106361"/>
                </a:lnTo>
                <a:cubicBezTo>
                  <a:pt x="182082" y="115416"/>
                  <a:pt x="201867" y="109365"/>
                  <a:pt x="221618" y="83655"/>
                </a:cubicBezTo>
                <a:cubicBezTo>
                  <a:pt x="218426" y="82883"/>
                  <a:pt x="215337" y="82250"/>
                  <a:pt x="212348" y="81743"/>
                </a:cubicBezTo>
                <a:close/>
                <a:moveTo>
                  <a:pt x="143328" y="94448"/>
                </a:moveTo>
                <a:cubicBezTo>
                  <a:pt x="138893" y="95404"/>
                  <a:pt x="134716" y="96518"/>
                  <a:pt x="130793" y="97761"/>
                </a:cubicBezTo>
                <a:lnTo>
                  <a:pt x="107418" y="116687"/>
                </a:lnTo>
                <a:lnTo>
                  <a:pt x="102332" y="135693"/>
                </a:lnTo>
                <a:lnTo>
                  <a:pt x="130544" y="121120"/>
                </a:lnTo>
                <a:cubicBezTo>
                  <a:pt x="135269" y="113942"/>
                  <a:pt x="139663" y="104951"/>
                  <a:pt x="143327" y="94449"/>
                </a:cubicBezTo>
                <a:close/>
                <a:moveTo>
                  <a:pt x="220528" y="106921"/>
                </a:moveTo>
                <a:cubicBezTo>
                  <a:pt x="207664" y="117036"/>
                  <a:pt x="198608" y="127355"/>
                  <a:pt x="194137" y="136672"/>
                </a:cubicBezTo>
                <a:lnTo>
                  <a:pt x="199721" y="158835"/>
                </a:lnTo>
                <a:lnTo>
                  <a:pt x="218274" y="147154"/>
                </a:lnTo>
                <a:cubicBezTo>
                  <a:pt x="221820" y="137206"/>
                  <a:pt x="222870" y="123223"/>
                  <a:pt x="220528" y="106922"/>
                </a:cubicBezTo>
                <a:close/>
                <a:moveTo>
                  <a:pt x="159145" y="111198"/>
                </a:moveTo>
                <a:cubicBezTo>
                  <a:pt x="142008" y="149804"/>
                  <a:pt x="129587" y="190357"/>
                  <a:pt x="127807" y="237123"/>
                </a:cubicBezTo>
                <a:lnTo>
                  <a:pt x="137123" y="237123"/>
                </a:lnTo>
                <a:cubicBezTo>
                  <a:pt x="138894" y="191939"/>
                  <a:pt x="150846" y="152804"/>
                  <a:pt x="167636" y="114978"/>
                </a:cubicBezTo>
                <a:lnTo>
                  <a:pt x="159145" y="111198"/>
                </a:lnTo>
                <a:close/>
                <a:moveTo>
                  <a:pt x="66890" y="114635"/>
                </a:moveTo>
                <a:cubicBezTo>
                  <a:pt x="62823" y="145663"/>
                  <a:pt x="71725" y="163761"/>
                  <a:pt x="84650" y="165771"/>
                </a:cubicBezTo>
                <a:lnTo>
                  <a:pt x="90110" y="145429"/>
                </a:lnTo>
                <a:lnTo>
                  <a:pt x="72784" y="118431"/>
                </a:lnTo>
                <a:cubicBezTo>
                  <a:pt x="70908" y="117152"/>
                  <a:pt x="68946" y="115890"/>
                  <a:pt x="66890" y="114636"/>
                </a:cubicBezTo>
                <a:close/>
                <a:moveTo>
                  <a:pt x="177248" y="126844"/>
                </a:moveTo>
                <a:cubicBezTo>
                  <a:pt x="173738" y="137914"/>
                  <a:pt x="171864" y="148129"/>
                  <a:pt x="171446" y="156969"/>
                </a:cubicBezTo>
                <a:lnTo>
                  <a:pt x="184588" y="184138"/>
                </a:lnTo>
                <a:lnTo>
                  <a:pt x="191897" y="165864"/>
                </a:lnTo>
                <a:lnTo>
                  <a:pt x="184293" y="135662"/>
                </a:lnTo>
                <a:lnTo>
                  <a:pt x="184323" y="135662"/>
                </a:lnTo>
                <a:cubicBezTo>
                  <a:pt x="182183" y="132751"/>
                  <a:pt x="179827" y="129809"/>
                  <a:pt x="177247" y="126845"/>
                </a:cubicBezTo>
                <a:close/>
                <a:moveTo>
                  <a:pt x="26719" y="127607"/>
                </a:moveTo>
                <a:cubicBezTo>
                  <a:pt x="22407" y="164724"/>
                  <a:pt x="22673" y="201179"/>
                  <a:pt x="32784" y="237124"/>
                </a:cubicBezTo>
                <a:lnTo>
                  <a:pt x="42459" y="237124"/>
                </a:lnTo>
                <a:cubicBezTo>
                  <a:pt x="32069" y="201903"/>
                  <a:pt x="31628" y="165948"/>
                  <a:pt x="35957" y="128679"/>
                </a:cubicBezTo>
                <a:lnTo>
                  <a:pt x="26720" y="127607"/>
                </a:lnTo>
                <a:close/>
                <a:moveTo>
                  <a:pt x="135941" y="133128"/>
                </a:moveTo>
                <a:cubicBezTo>
                  <a:pt x="132650" y="133207"/>
                  <a:pt x="129495" y="133396"/>
                  <a:pt x="126470" y="133687"/>
                </a:cubicBezTo>
                <a:lnTo>
                  <a:pt x="99082" y="147855"/>
                </a:lnTo>
                <a:lnTo>
                  <a:pt x="93686" y="167964"/>
                </a:lnTo>
                <a:cubicBezTo>
                  <a:pt x="105973" y="174051"/>
                  <a:pt x="123515" y="163077"/>
                  <a:pt x="135940" y="133128"/>
                </a:cubicBezTo>
                <a:close/>
                <a:moveTo>
                  <a:pt x="238818" y="151510"/>
                </a:moveTo>
                <a:cubicBezTo>
                  <a:pt x="234303" y="151930"/>
                  <a:pt x="230027" y="152531"/>
                  <a:pt x="225988" y="153299"/>
                </a:cubicBezTo>
                <a:lnTo>
                  <a:pt x="200529" y="169332"/>
                </a:lnTo>
                <a:lnTo>
                  <a:pt x="193220" y="187575"/>
                </a:lnTo>
                <a:lnTo>
                  <a:pt x="222955" y="176470"/>
                </a:lnTo>
                <a:cubicBezTo>
                  <a:pt x="228499" y="169905"/>
                  <a:pt x="233931" y="161503"/>
                  <a:pt x="238818" y="151510"/>
                </a:cubicBezTo>
                <a:close/>
                <a:moveTo>
                  <a:pt x="160530" y="162459"/>
                </a:moveTo>
                <a:cubicBezTo>
                  <a:pt x="152802" y="192785"/>
                  <a:pt x="159487" y="211822"/>
                  <a:pt x="172084" y="215350"/>
                </a:cubicBezTo>
                <a:lnTo>
                  <a:pt x="179908" y="195802"/>
                </a:lnTo>
                <a:lnTo>
                  <a:pt x="165926" y="166923"/>
                </a:lnTo>
                <a:cubicBezTo>
                  <a:pt x="164219" y="165430"/>
                  <a:pt x="162416" y="163944"/>
                  <a:pt x="160530" y="162459"/>
                </a:cubicBezTo>
                <a:close/>
                <a:moveTo>
                  <a:pt x="83033" y="175196"/>
                </a:moveTo>
                <a:cubicBezTo>
                  <a:pt x="76725" y="195717"/>
                  <a:pt x="71955" y="216277"/>
                  <a:pt x="69673" y="237124"/>
                </a:cubicBezTo>
                <a:lnTo>
                  <a:pt x="79036" y="237124"/>
                </a:lnTo>
                <a:cubicBezTo>
                  <a:pt x="81279" y="217356"/>
                  <a:pt x="85849" y="197694"/>
                  <a:pt x="91928" y="177917"/>
                </a:cubicBezTo>
                <a:lnTo>
                  <a:pt x="83032" y="175196"/>
                </a:lnTo>
                <a:close/>
                <a:moveTo>
                  <a:pt x="217402" y="188462"/>
                </a:moveTo>
                <a:lnTo>
                  <a:pt x="188538" y="199255"/>
                </a:lnTo>
                <a:lnTo>
                  <a:pt x="180793" y="218602"/>
                </a:lnTo>
                <a:cubicBezTo>
                  <a:pt x="192267" y="226115"/>
                  <a:pt x="210987" y="217305"/>
                  <a:pt x="226889" y="189037"/>
                </a:cubicBezTo>
                <a:cubicBezTo>
                  <a:pt x="223607" y="188725"/>
                  <a:pt x="220444" y="188538"/>
                  <a:pt x="217402" y="188462"/>
                </a:cubicBezTo>
                <a:close/>
                <a:moveTo>
                  <a:pt x="169253" y="225117"/>
                </a:moveTo>
                <a:cubicBezTo>
                  <a:pt x="168321" y="228956"/>
                  <a:pt x="167668" y="232959"/>
                  <a:pt x="167434" y="237124"/>
                </a:cubicBezTo>
                <a:lnTo>
                  <a:pt x="176734" y="237124"/>
                </a:lnTo>
                <a:cubicBezTo>
                  <a:pt x="176958" y="233796"/>
                  <a:pt x="177505" y="230552"/>
                  <a:pt x="178289" y="227326"/>
                </a:cubicBezTo>
                <a:lnTo>
                  <a:pt x="169254" y="225117"/>
                </a:ln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011680" y="571282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Barley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3326" y="5959853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32735" y="6090661"/>
            <a:ext cx="238818" cy="216023"/>
          </a:xfrm>
          <a:custGeom>
            <a:avLst/>
            <a:gdLst/>
            <a:ahLst/>
            <a:cxnLst/>
            <a:rect l="l" t="t" r="r" b="b"/>
            <a:pathLst>
              <a:path w="238818" h="216023">
                <a:moveTo>
                  <a:pt x="118410" y="480"/>
                </a:moveTo>
                <a:cubicBezTo>
                  <a:pt x="109529" y="568"/>
                  <a:pt x="100514" y="1765"/>
                  <a:pt x="91538" y="4170"/>
                </a:cubicBezTo>
                <a:cubicBezTo>
                  <a:pt x="34090" y="19563"/>
                  <a:pt x="0" y="78612"/>
                  <a:pt x="15393" y="136058"/>
                </a:cubicBezTo>
                <a:cubicBezTo>
                  <a:pt x="27367" y="180744"/>
                  <a:pt x="65756" y="211292"/>
                  <a:pt x="109257" y="215416"/>
                </a:cubicBezTo>
                <a:cubicBezTo>
                  <a:pt x="107907" y="196440"/>
                  <a:pt x="108794" y="177303"/>
                  <a:pt x="111042" y="157960"/>
                </a:cubicBezTo>
                <a:lnTo>
                  <a:pt x="119515" y="158943"/>
                </a:lnTo>
                <a:cubicBezTo>
                  <a:pt x="117268" y="178276"/>
                  <a:pt x="116426" y="197230"/>
                  <a:pt x="117840" y="215887"/>
                </a:cubicBezTo>
                <a:cubicBezTo>
                  <a:pt x="127549" y="216023"/>
                  <a:pt x="137438" y="214840"/>
                  <a:pt x="147281" y="212202"/>
                </a:cubicBezTo>
                <a:cubicBezTo>
                  <a:pt x="204728" y="196809"/>
                  <a:pt x="238818" y="137762"/>
                  <a:pt x="223425" y="80315"/>
                </a:cubicBezTo>
                <a:cubicBezTo>
                  <a:pt x="210437" y="31844"/>
                  <a:pt x="166371" y="0"/>
                  <a:pt x="118410" y="479"/>
                </a:cubicBezTo>
                <a:close/>
                <a:moveTo>
                  <a:pt x="125838" y="9808"/>
                </a:moveTo>
                <a:cubicBezTo>
                  <a:pt x="132383" y="23419"/>
                  <a:pt x="135331" y="35936"/>
                  <a:pt x="134974" y="45616"/>
                </a:cubicBezTo>
                <a:lnTo>
                  <a:pt x="121972" y="60950"/>
                </a:lnTo>
                <a:lnTo>
                  <a:pt x="110970" y="43105"/>
                </a:lnTo>
                <a:cubicBezTo>
                  <a:pt x="112309" y="33724"/>
                  <a:pt x="117378" y="22200"/>
                  <a:pt x="125838" y="9807"/>
                </a:cubicBezTo>
                <a:close/>
                <a:moveTo>
                  <a:pt x="93490" y="39174"/>
                </a:moveTo>
                <a:cubicBezTo>
                  <a:pt x="96559" y="41052"/>
                  <a:pt x="99422" y="42974"/>
                  <a:pt x="102095" y="44925"/>
                </a:cubicBezTo>
                <a:lnTo>
                  <a:pt x="102079" y="44934"/>
                </a:lnTo>
                <a:lnTo>
                  <a:pt x="117453" y="69874"/>
                </a:lnTo>
                <a:lnTo>
                  <a:pt x="116078" y="87635"/>
                </a:lnTo>
                <a:lnTo>
                  <a:pt x="96717" y="67128"/>
                </a:lnTo>
                <a:cubicBezTo>
                  <a:pt x="94645" y="59283"/>
                  <a:pt x="93473" y="49822"/>
                  <a:pt x="93490" y="39173"/>
                </a:cubicBezTo>
                <a:close/>
                <a:moveTo>
                  <a:pt x="154141" y="43759"/>
                </a:moveTo>
                <a:cubicBezTo>
                  <a:pt x="152624" y="53842"/>
                  <a:pt x="150194" y="62689"/>
                  <a:pt x="147156" y="69957"/>
                </a:cubicBezTo>
                <a:lnTo>
                  <a:pt x="124640" y="87549"/>
                </a:lnTo>
                <a:lnTo>
                  <a:pt x="126049" y="69329"/>
                </a:lnTo>
                <a:lnTo>
                  <a:pt x="143389" y="48882"/>
                </a:lnTo>
                <a:cubicBezTo>
                  <a:pt x="146716" y="47092"/>
                  <a:pt x="150299" y="45376"/>
                  <a:pt x="154141" y="43759"/>
                </a:cubicBezTo>
                <a:close/>
                <a:moveTo>
                  <a:pt x="87243" y="74831"/>
                </a:moveTo>
                <a:cubicBezTo>
                  <a:pt x="90085" y="75871"/>
                  <a:pt x="92788" y="76964"/>
                  <a:pt x="95345" y="78099"/>
                </a:cubicBezTo>
                <a:lnTo>
                  <a:pt x="115190" y="99118"/>
                </a:lnTo>
                <a:lnTo>
                  <a:pt x="113742" y="117834"/>
                </a:lnTo>
                <a:lnTo>
                  <a:pt x="96768" y="108281"/>
                </a:lnTo>
                <a:cubicBezTo>
                  <a:pt x="91757" y="101050"/>
                  <a:pt x="88155" y="89836"/>
                  <a:pt x="87244" y="74831"/>
                </a:cubicBezTo>
                <a:close/>
                <a:moveTo>
                  <a:pt x="156952" y="80063"/>
                </a:moveTo>
                <a:cubicBezTo>
                  <a:pt x="153937" y="93721"/>
                  <a:pt x="149044" y="103786"/>
                  <a:pt x="143352" y="110267"/>
                </a:cubicBezTo>
                <a:lnTo>
                  <a:pt x="122257" y="118341"/>
                </a:lnTo>
                <a:lnTo>
                  <a:pt x="123749" y="99068"/>
                </a:lnTo>
                <a:lnTo>
                  <a:pt x="144037" y="83218"/>
                </a:lnTo>
                <a:cubicBezTo>
                  <a:pt x="148021" y="82021"/>
                  <a:pt x="152332" y="80961"/>
                  <a:pt x="156952" y="80063"/>
                </a:cubicBezTo>
                <a:close/>
                <a:moveTo>
                  <a:pt x="84322" y="114909"/>
                </a:moveTo>
                <a:cubicBezTo>
                  <a:pt x="87460" y="115217"/>
                  <a:pt x="90456" y="115628"/>
                  <a:pt x="93315" y="116123"/>
                </a:cubicBezTo>
                <a:lnTo>
                  <a:pt x="113015" y="127212"/>
                </a:lnTo>
                <a:lnTo>
                  <a:pt x="111241" y="150139"/>
                </a:lnTo>
                <a:cubicBezTo>
                  <a:pt x="101614" y="147599"/>
                  <a:pt x="91303" y="136002"/>
                  <a:pt x="84322" y="114909"/>
                </a:cubicBezTo>
                <a:close/>
                <a:moveTo>
                  <a:pt x="147869" y="119453"/>
                </a:moveTo>
                <a:cubicBezTo>
                  <a:pt x="149623" y="119443"/>
                  <a:pt x="151421" y="119472"/>
                  <a:pt x="153260" y="119538"/>
                </a:cubicBezTo>
                <a:cubicBezTo>
                  <a:pt x="142808" y="140973"/>
                  <a:pt x="130016" y="151051"/>
                  <a:pt x="119732" y="150979"/>
                </a:cubicBezTo>
                <a:lnTo>
                  <a:pt x="121528" y="127752"/>
                </a:lnTo>
                <a:lnTo>
                  <a:pt x="142850" y="119590"/>
                </a:lnTo>
                <a:cubicBezTo>
                  <a:pt x="144481" y="119509"/>
                  <a:pt x="146153" y="119462"/>
                  <a:pt x="147868" y="119453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84048" y="648321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40958" y="5959853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667531" y="6086427"/>
            <a:ext cx="224489" cy="224489"/>
          </a:xfrm>
          <a:custGeom>
            <a:avLst/>
            <a:gdLst/>
            <a:ahLst/>
            <a:cxnLst/>
            <a:rect l="l" t="t" r="r" b="b"/>
            <a:pathLst>
              <a:path w="224489" h="224489">
                <a:moveTo>
                  <a:pt x="220412" y="18783"/>
                </a:moveTo>
                <a:cubicBezTo>
                  <a:pt x="224489" y="14706"/>
                  <a:pt x="224489" y="8112"/>
                  <a:pt x="220412" y="4078"/>
                </a:cubicBezTo>
                <a:cubicBezTo>
                  <a:pt x="220412" y="4078"/>
                  <a:pt x="209740" y="0"/>
                  <a:pt x="205706" y="4078"/>
                </a:cubicBezTo>
                <a:lnTo>
                  <a:pt x="167489" y="42208"/>
                </a:lnTo>
                <a:cubicBezTo>
                  <a:pt x="163411" y="46286"/>
                  <a:pt x="163411" y="52880"/>
                  <a:pt x="167489" y="56914"/>
                </a:cubicBezTo>
                <a:cubicBezTo>
                  <a:pt x="167489" y="56914"/>
                  <a:pt x="178160" y="60992"/>
                  <a:pt x="182194" y="56914"/>
                </a:cubicBezTo>
                <a:lnTo>
                  <a:pt x="220368" y="18740"/>
                </a:lnTo>
                <a:close/>
                <a:moveTo>
                  <a:pt x="133869" y="12840"/>
                </a:moveTo>
                <a:cubicBezTo>
                  <a:pt x="131180" y="10151"/>
                  <a:pt x="126755" y="10151"/>
                  <a:pt x="124066" y="12840"/>
                </a:cubicBezTo>
                <a:lnTo>
                  <a:pt x="119120" y="17742"/>
                </a:lnTo>
                <a:cubicBezTo>
                  <a:pt x="102853" y="34010"/>
                  <a:pt x="102853" y="60384"/>
                  <a:pt x="119120" y="76652"/>
                </a:cubicBezTo>
                <a:lnTo>
                  <a:pt x="123632" y="81163"/>
                </a:lnTo>
                <a:lnTo>
                  <a:pt x="110401" y="94394"/>
                </a:lnTo>
                <a:cubicBezTo>
                  <a:pt x="108926" y="82551"/>
                  <a:pt x="103677" y="71056"/>
                  <a:pt x="94567" y="61946"/>
                </a:cubicBezTo>
                <a:lnTo>
                  <a:pt x="89666" y="57044"/>
                </a:lnTo>
                <a:cubicBezTo>
                  <a:pt x="86976" y="54355"/>
                  <a:pt x="82551" y="54355"/>
                  <a:pt x="79862" y="57044"/>
                </a:cubicBezTo>
                <a:lnTo>
                  <a:pt x="74960" y="61946"/>
                </a:lnTo>
                <a:cubicBezTo>
                  <a:pt x="58693" y="78213"/>
                  <a:pt x="58693" y="104588"/>
                  <a:pt x="74960" y="120856"/>
                </a:cubicBezTo>
                <a:lnTo>
                  <a:pt x="79471" y="125367"/>
                </a:lnTo>
                <a:lnTo>
                  <a:pt x="66241" y="138598"/>
                </a:lnTo>
                <a:cubicBezTo>
                  <a:pt x="64766" y="126755"/>
                  <a:pt x="59517" y="115260"/>
                  <a:pt x="50407" y="106150"/>
                </a:cubicBezTo>
                <a:lnTo>
                  <a:pt x="45505" y="101205"/>
                </a:lnTo>
                <a:cubicBezTo>
                  <a:pt x="42816" y="98515"/>
                  <a:pt x="38391" y="98515"/>
                  <a:pt x="35701" y="101205"/>
                </a:cubicBezTo>
                <a:lnTo>
                  <a:pt x="30800" y="106106"/>
                </a:lnTo>
                <a:cubicBezTo>
                  <a:pt x="14532" y="122374"/>
                  <a:pt x="14532" y="148749"/>
                  <a:pt x="30800" y="165016"/>
                </a:cubicBezTo>
                <a:lnTo>
                  <a:pt x="35311" y="169527"/>
                </a:lnTo>
                <a:lnTo>
                  <a:pt x="5422" y="199416"/>
                </a:lnTo>
                <a:cubicBezTo>
                  <a:pt x="0" y="204838"/>
                  <a:pt x="0" y="213644"/>
                  <a:pt x="5422" y="219067"/>
                </a:cubicBezTo>
                <a:cubicBezTo>
                  <a:pt x="5422" y="219067"/>
                  <a:pt x="19651" y="224489"/>
                  <a:pt x="25073" y="219067"/>
                </a:cubicBezTo>
                <a:lnTo>
                  <a:pt x="54962" y="189178"/>
                </a:lnTo>
                <a:lnTo>
                  <a:pt x="60254" y="194471"/>
                </a:lnTo>
                <a:cubicBezTo>
                  <a:pt x="76522" y="210738"/>
                  <a:pt x="102896" y="210738"/>
                  <a:pt x="119164" y="194471"/>
                </a:cubicBezTo>
                <a:lnTo>
                  <a:pt x="124066" y="189569"/>
                </a:lnTo>
                <a:cubicBezTo>
                  <a:pt x="126755" y="186879"/>
                  <a:pt x="126755" y="182455"/>
                  <a:pt x="124066" y="179765"/>
                </a:cubicBezTo>
                <a:lnTo>
                  <a:pt x="119164" y="174863"/>
                </a:lnTo>
                <a:cubicBezTo>
                  <a:pt x="109707" y="165406"/>
                  <a:pt x="97647" y="160071"/>
                  <a:pt x="85284" y="158856"/>
                </a:cubicBezTo>
                <a:lnTo>
                  <a:pt x="99122" y="145018"/>
                </a:lnTo>
                <a:lnTo>
                  <a:pt x="104415" y="150310"/>
                </a:lnTo>
                <a:cubicBezTo>
                  <a:pt x="120682" y="166578"/>
                  <a:pt x="147057" y="166578"/>
                  <a:pt x="163324" y="150310"/>
                </a:cubicBezTo>
                <a:lnTo>
                  <a:pt x="168226" y="145408"/>
                </a:lnTo>
                <a:cubicBezTo>
                  <a:pt x="170916" y="142719"/>
                  <a:pt x="170916" y="138294"/>
                  <a:pt x="168226" y="135605"/>
                </a:cubicBezTo>
                <a:lnTo>
                  <a:pt x="163324" y="130703"/>
                </a:lnTo>
                <a:cubicBezTo>
                  <a:pt x="153867" y="121246"/>
                  <a:pt x="141808" y="115910"/>
                  <a:pt x="129445" y="114696"/>
                </a:cubicBezTo>
                <a:lnTo>
                  <a:pt x="143283" y="100858"/>
                </a:lnTo>
                <a:lnTo>
                  <a:pt x="148575" y="106150"/>
                </a:lnTo>
                <a:cubicBezTo>
                  <a:pt x="164842" y="122417"/>
                  <a:pt x="191217" y="122417"/>
                  <a:pt x="207485" y="106150"/>
                </a:cubicBezTo>
                <a:lnTo>
                  <a:pt x="212386" y="101205"/>
                </a:lnTo>
                <a:cubicBezTo>
                  <a:pt x="215076" y="98515"/>
                  <a:pt x="215076" y="94090"/>
                  <a:pt x="212386" y="91401"/>
                </a:cubicBezTo>
                <a:lnTo>
                  <a:pt x="207485" y="86455"/>
                </a:lnTo>
                <a:cubicBezTo>
                  <a:pt x="205229" y="84200"/>
                  <a:pt x="202886" y="82204"/>
                  <a:pt x="200370" y="80426"/>
                </a:cubicBezTo>
                <a:lnTo>
                  <a:pt x="220412" y="60428"/>
                </a:lnTo>
                <a:cubicBezTo>
                  <a:pt x="224489" y="56350"/>
                  <a:pt x="224489" y="49756"/>
                  <a:pt x="220412" y="45722"/>
                </a:cubicBezTo>
                <a:cubicBezTo>
                  <a:pt x="220412" y="45722"/>
                  <a:pt x="209740" y="41644"/>
                  <a:pt x="205706" y="45722"/>
                </a:cubicBezTo>
                <a:lnTo>
                  <a:pt x="179938" y="71490"/>
                </a:lnTo>
                <a:cubicBezTo>
                  <a:pt x="171002" y="69581"/>
                  <a:pt x="161719" y="69884"/>
                  <a:pt x="152913" y="72401"/>
                </a:cubicBezTo>
                <a:cubicBezTo>
                  <a:pt x="155559" y="63161"/>
                  <a:pt x="155776" y="53400"/>
                  <a:pt x="153520" y="44074"/>
                </a:cubicBezTo>
                <a:lnTo>
                  <a:pt x="178767" y="18783"/>
                </a:lnTo>
                <a:cubicBezTo>
                  <a:pt x="182845" y="14706"/>
                  <a:pt x="182845" y="8112"/>
                  <a:pt x="178767" y="4078"/>
                </a:cubicBezTo>
                <a:cubicBezTo>
                  <a:pt x="178767" y="4078"/>
                  <a:pt x="168096" y="0"/>
                  <a:pt x="164062" y="4078"/>
                </a:cubicBezTo>
                <a:lnTo>
                  <a:pt x="144107" y="23946"/>
                </a:lnTo>
                <a:cubicBezTo>
                  <a:pt x="142502" y="21777"/>
                  <a:pt x="140723" y="19694"/>
                  <a:pt x="138728" y="17742"/>
                </a:cubicBezTo>
                <a:lnTo>
                  <a:pt x="133869" y="12840"/>
                </a:lnTo>
                <a:close/>
              </a:path>
            </a:pathLst>
          </a:custGeom>
          <a:solidFill>
            <a:srgbClr val="4A7FB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011680" y="648321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3326" y="6730235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32735" y="6864550"/>
            <a:ext cx="238818" cy="209007"/>
          </a:xfrm>
          <a:custGeom>
            <a:avLst/>
            <a:gdLst/>
            <a:ahLst/>
            <a:cxnLst/>
            <a:rect l="l" t="t" r="r" b="b"/>
            <a:pathLst>
              <a:path w="238818" h="209007">
                <a:moveTo>
                  <a:pt x="82110" y="11197"/>
                </a:moveTo>
                <a:cubicBezTo>
                  <a:pt x="82110" y="4992"/>
                  <a:pt x="87102" y="0"/>
                  <a:pt x="93307" y="0"/>
                </a:cubicBezTo>
                <a:lnTo>
                  <a:pt x="100771" y="0"/>
                </a:lnTo>
                <a:cubicBezTo>
                  <a:pt x="106976" y="0"/>
                  <a:pt x="111968" y="4992"/>
                  <a:pt x="111968" y="11197"/>
                </a:cubicBezTo>
                <a:cubicBezTo>
                  <a:pt x="111968" y="11197"/>
                  <a:pt x="106976" y="22394"/>
                  <a:pt x="100771" y="22394"/>
                </a:cubicBezTo>
                <a:lnTo>
                  <a:pt x="93307" y="22394"/>
                </a:lnTo>
                <a:cubicBezTo>
                  <a:pt x="87102" y="22394"/>
                  <a:pt x="82110" y="17402"/>
                  <a:pt x="82110" y="11197"/>
                </a:cubicBezTo>
                <a:close/>
                <a:moveTo>
                  <a:pt x="93307" y="33590"/>
                </a:moveTo>
                <a:lnTo>
                  <a:pt x="100771" y="33590"/>
                </a:lnTo>
                <a:cubicBezTo>
                  <a:pt x="106976" y="33590"/>
                  <a:pt x="111968" y="38582"/>
                  <a:pt x="111968" y="44787"/>
                </a:cubicBezTo>
                <a:cubicBezTo>
                  <a:pt x="111968" y="44787"/>
                  <a:pt x="106976" y="55984"/>
                  <a:pt x="100771" y="55984"/>
                </a:cubicBezTo>
                <a:lnTo>
                  <a:pt x="93307" y="55984"/>
                </a:lnTo>
                <a:cubicBezTo>
                  <a:pt x="87102" y="55984"/>
                  <a:pt x="82110" y="50992"/>
                  <a:pt x="82110" y="44787"/>
                </a:cubicBezTo>
                <a:cubicBezTo>
                  <a:pt x="82110" y="44787"/>
                  <a:pt x="87102" y="33590"/>
                  <a:pt x="93307" y="33590"/>
                </a:cubicBezTo>
                <a:close/>
                <a:moveTo>
                  <a:pt x="26126" y="67181"/>
                </a:moveTo>
                <a:lnTo>
                  <a:pt x="33590" y="67181"/>
                </a:lnTo>
                <a:cubicBezTo>
                  <a:pt x="39795" y="67181"/>
                  <a:pt x="44787" y="72173"/>
                  <a:pt x="44787" y="78378"/>
                </a:cubicBezTo>
                <a:cubicBezTo>
                  <a:pt x="44787" y="78378"/>
                  <a:pt x="39795" y="89574"/>
                  <a:pt x="33590" y="89574"/>
                </a:cubicBezTo>
                <a:lnTo>
                  <a:pt x="26126" y="89574"/>
                </a:lnTo>
                <a:cubicBezTo>
                  <a:pt x="19921" y="89574"/>
                  <a:pt x="14929" y="84582"/>
                  <a:pt x="14929" y="78378"/>
                </a:cubicBezTo>
                <a:cubicBezTo>
                  <a:pt x="14929" y="78378"/>
                  <a:pt x="19921" y="67181"/>
                  <a:pt x="26126" y="67181"/>
                </a:cubicBezTo>
                <a:close/>
                <a:moveTo>
                  <a:pt x="0" y="117286"/>
                </a:moveTo>
                <a:cubicBezTo>
                  <a:pt x="0" y="110242"/>
                  <a:pt x="5738" y="104503"/>
                  <a:pt x="12783" y="104503"/>
                </a:cubicBezTo>
                <a:lnTo>
                  <a:pt x="226035" y="104503"/>
                </a:lnTo>
                <a:cubicBezTo>
                  <a:pt x="233080" y="104503"/>
                  <a:pt x="238818" y="110242"/>
                  <a:pt x="238818" y="117286"/>
                </a:cubicBezTo>
                <a:cubicBezTo>
                  <a:pt x="238818" y="150177"/>
                  <a:pt x="218104" y="178262"/>
                  <a:pt x="189039" y="189179"/>
                </a:cubicBezTo>
                <a:lnTo>
                  <a:pt x="188246" y="195944"/>
                </a:lnTo>
                <a:cubicBezTo>
                  <a:pt x="187313" y="203409"/>
                  <a:pt x="180968" y="209007"/>
                  <a:pt x="173410" y="209007"/>
                </a:cubicBezTo>
                <a:lnTo>
                  <a:pt x="65408" y="209007"/>
                </a:lnTo>
                <a:cubicBezTo>
                  <a:pt x="57897" y="209007"/>
                  <a:pt x="51505" y="203409"/>
                  <a:pt x="50572" y="195944"/>
                </a:cubicBezTo>
                <a:lnTo>
                  <a:pt x="49732" y="189226"/>
                </a:lnTo>
                <a:cubicBezTo>
                  <a:pt x="20714" y="178262"/>
                  <a:pt x="0" y="150177"/>
                  <a:pt x="0" y="117286"/>
                </a:cubicBezTo>
                <a:close/>
                <a:moveTo>
                  <a:pt x="104503" y="78378"/>
                </a:moveTo>
                <a:cubicBezTo>
                  <a:pt x="104503" y="72173"/>
                  <a:pt x="109495" y="67181"/>
                  <a:pt x="115700" y="67181"/>
                </a:cubicBezTo>
                <a:lnTo>
                  <a:pt x="123165" y="67181"/>
                </a:lnTo>
                <a:cubicBezTo>
                  <a:pt x="129370" y="67181"/>
                  <a:pt x="134362" y="72173"/>
                  <a:pt x="134362" y="78378"/>
                </a:cubicBezTo>
                <a:cubicBezTo>
                  <a:pt x="134362" y="78378"/>
                  <a:pt x="129370" y="89574"/>
                  <a:pt x="123165" y="89574"/>
                </a:cubicBezTo>
                <a:lnTo>
                  <a:pt x="115700" y="89574"/>
                </a:lnTo>
                <a:cubicBezTo>
                  <a:pt x="109495" y="89574"/>
                  <a:pt x="104503" y="84582"/>
                  <a:pt x="104503" y="78378"/>
                </a:cubicBezTo>
                <a:close/>
                <a:moveTo>
                  <a:pt x="59716" y="78378"/>
                </a:moveTo>
                <a:cubicBezTo>
                  <a:pt x="59716" y="72173"/>
                  <a:pt x="64708" y="67181"/>
                  <a:pt x="70913" y="67181"/>
                </a:cubicBezTo>
                <a:lnTo>
                  <a:pt x="78378" y="67181"/>
                </a:lnTo>
                <a:cubicBezTo>
                  <a:pt x="84582" y="67181"/>
                  <a:pt x="89574" y="72173"/>
                  <a:pt x="89574" y="78378"/>
                </a:cubicBezTo>
                <a:cubicBezTo>
                  <a:pt x="89574" y="78378"/>
                  <a:pt x="84582" y="89574"/>
                  <a:pt x="78378" y="89574"/>
                </a:cubicBezTo>
                <a:lnTo>
                  <a:pt x="70913" y="89574"/>
                </a:lnTo>
                <a:cubicBezTo>
                  <a:pt x="64708" y="89574"/>
                  <a:pt x="59716" y="84582"/>
                  <a:pt x="59716" y="78378"/>
                </a:cubicBezTo>
                <a:close/>
                <a:moveTo>
                  <a:pt x="48519" y="33590"/>
                </a:moveTo>
                <a:lnTo>
                  <a:pt x="55984" y="33590"/>
                </a:lnTo>
                <a:cubicBezTo>
                  <a:pt x="62189" y="33590"/>
                  <a:pt x="67181" y="38582"/>
                  <a:pt x="67181" y="44787"/>
                </a:cubicBezTo>
                <a:cubicBezTo>
                  <a:pt x="67181" y="44787"/>
                  <a:pt x="62189" y="55984"/>
                  <a:pt x="55984" y="55984"/>
                </a:cubicBezTo>
                <a:lnTo>
                  <a:pt x="48519" y="55984"/>
                </a:lnTo>
                <a:cubicBezTo>
                  <a:pt x="42315" y="55984"/>
                  <a:pt x="37323" y="50992"/>
                  <a:pt x="37323" y="44787"/>
                </a:cubicBezTo>
                <a:cubicBezTo>
                  <a:pt x="37323" y="44787"/>
                  <a:pt x="42315" y="33590"/>
                  <a:pt x="48519" y="33590"/>
                </a:cubicBezTo>
                <a:close/>
                <a:moveTo>
                  <a:pt x="149291" y="78378"/>
                </a:moveTo>
                <a:cubicBezTo>
                  <a:pt x="149291" y="72173"/>
                  <a:pt x="154283" y="67181"/>
                  <a:pt x="160487" y="67181"/>
                </a:cubicBezTo>
                <a:lnTo>
                  <a:pt x="167952" y="67181"/>
                </a:lnTo>
                <a:cubicBezTo>
                  <a:pt x="174157" y="67181"/>
                  <a:pt x="179149" y="72173"/>
                  <a:pt x="179149" y="78378"/>
                </a:cubicBezTo>
                <a:cubicBezTo>
                  <a:pt x="179149" y="78378"/>
                  <a:pt x="174157" y="89574"/>
                  <a:pt x="167952" y="89574"/>
                </a:cubicBezTo>
                <a:lnTo>
                  <a:pt x="160487" y="89574"/>
                </a:lnTo>
                <a:cubicBezTo>
                  <a:pt x="154283" y="89574"/>
                  <a:pt x="149291" y="84582"/>
                  <a:pt x="149291" y="78378"/>
                </a:cubicBezTo>
                <a:close/>
                <a:moveTo>
                  <a:pt x="138094" y="33590"/>
                </a:moveTo>
                <a:lnTo>
                  <a:pt x="145558" y="33590"/>
                </a:lnTo>
                <a:cubicBezTo>
                  <a:pt x="151763" y="33590"/>
                  <a:pt x="156755" y="38582"/>
                  <a:pt x="156755" y="44787"/>
                </a:cubicBezTo>
                <a:cubicBezTo>
                  <a:pt x="156755" y="44787"/>
                  <a:pt x="151763" y="55984"/>
                  <a:pt x="145558" y="55984"/>
                </a:cubicBezTo>
                <a:lnTo>
                  <a:pt x="138094" y="55984"/>
                </a:lnTo>
                <a:cubicBezTo>
                  <a:pt x="131889" y="55984"/>
                  <a:pt x="126897" y="50992"/>
                  <a:pt x="126897" y="44787"/>
                </a:cubicBezTo>
                <a:cubicBezTo>
                  <a:pt x="126897" y="44787"/>
                  <a:pt x="131889" y="33590"/>
                  <a:pt x="138094" y="33590"/>
                </a:cubicBezTo>
                <a:close/>
                <a:moveTo>
                  <a:pt x="194078" y="78378"/>
                </a:moveTo>
                <a:cubicBezTo>
                  <a:pt x="194078" y="72173"/>
                  <a:pt x="199070" y="67181"/>
                  <a:pt x="205275" y="67181"/>
                </a:cubicBezTo>
                <a:lnTo>
                  <a:pt x="212739" y="67181"/>
                </a:lnTo>
                <a:cubicBezTo>
                  <a:pt x="218944" y="67181"/>
                  <a:pt x="223936" y="72173"/>
                  <a:pt x="223936" y="78378"/>
                </a:cubicBezTo>
                <a:cubicBezTo>
                  <a:pt x="223936" y="78378"/>
                  <a:pt x="218944" y="89574"/>
                  <a:pt x="212739" y="89574"/>
                </a:cubicBezTo>
                <a:lnTo>
                  <a:pt x="205275" y="89574"/>
                </a:lnTo>
                <a:cubicBezTo>
                  <a:pt x="199070" y="89574"/>
                  <a:pt x="194078" y="84582"/>
                  <a:pt x="194078" y="78378"/>
                </a:cubicBezTo>
                <a:close/>
                <a:moveTo>
                  <a:pt x="182881" y="33590"/>
                </a:moveTo>
                <a:lnTo>
                  <a:pt x="190346" y="33590"/>
                </a:lnTo>
                <a:cubicBezTo>
                  <a:pt x="196550" y="33590"/>
                  <a:pt x="201542" y="38582"/>
                  <a:pt x="201542" y="44787"/>
                </a:cubicBezTo>
                <a:cubicBezTo>
                  <a:pt x="201542" y="44787"/>
                  <a:pt x="196550" y="55984"/>
                  <a:pt x="190346" y="55984"/>
                </a:cubicBezTo>
                <a:lnTo>
                  <a:pt x="182881" y="55984"/>
                </a:lnTo>
                <a:cubicBezTo>
                  <a:pt x="176676" y="55984"/>
                  <a:pt x="171684" y="50992"/>
                  <a:pt x="171684" y="44787"/>
                </a:cubicBezTo>
                <a:cubicBezTo>
                  <a:pt x="171684" y="44787"/>
                  <a:pt x="176676" y="33590"/>
                  <a:pt x="182881" y="33590"/>
                </a:cubicBezTo>
                <a:close/>
                <a:moveTo>
                  <a:pt x="138094" y="0"/>
                </a:moveTo>
                <a:lnTo>
                  <a:pt x="145558" y="0"/>
                </a:lnTo>
                <a:cubicBezTo>
                  <a:pt x="151763" y="0"/>
                  <a:pt x="156755" y="4992"/>
                  <a:pt x="156755" y="11197"/>
                </a:cubicBezTo>
                <a:cubicBezTo>
                  <a:pt x="156755" y="11197"/>
                  <a:pt x="151763" y="22394"/>
                  <a:pt x="145558" y="22394"/>
                </a:cubicBezTo>
                <a:lnTo>
                  <a:pt x="138094" y="22394"/>
                </a:lnTo>
                <a:cubicBezTo>
                  <a:pt x="131889" y="22394"/>
                  <a:pt x="126897" y="17402"/>
                  <a:pt x="126897" y="11197"/>
                </a:cubicBezTo>
                <a:cubicBezTo>
                  <a:pt x="126897" y="11197"/>
                  <a:pt x="131889" y="0"/>
                  <a:pt x="138094" y="0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84048" y="7253592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40958" y="6730235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660367" y="6851176"/>
            <a:ext cx="238818" cy="235755"/>
          </a:xfrm>
          <a:custGeom>
            <a:avLst/>
            <a:gdLst/>
            <a:ahLst/>
            <a:cxnLst/>
            <a:rect l="l" t="t" r="r" b="b"/>
            <a:pathLst>
              <a:path w="238818" h="235755">
                <a:moveTo>
                  <a:pt x="52442" y="0"/>
                </a:moveTo>
                <a:lnTo>
                  <a:pt x="59683" y="35962"/>
                </a:lnTo>
                <a:cubicBezTo>
                  <a:pt x="61206" y="33915"/>
                  <a:pt x="62726" y="31899"/>
                  <a:pt x="64242" y="29955"/>
                </a:cubicBezTo>
                <a:lnTo>
                  <a:pt x="73522" y="18054"/>
                </a:lnTo>
                <a:lnTo>
                  <a:pt x="72993" y="33136"/>
                </a:lnTo>
                <a:cubicBezTo>
                  <a:pt x="72618" y="43816"/>
                  <a:pt x="72315" y="54531"/>
                  <a:pt x="72183" y="65205"/>
                </a:cubicBezTo>
                <a:cubicBezTo>
                  <a:pt x="75956" y="63276"/>
                  <a:pt x="79855" y="61268"/>
                  <a:pt x="83871" y="59164"/>
                </a:cubicBezTo>
                <a:cubicBezTo>
                  <a:pt x="91859" y="54983"/>
                  <a:pt x="99809" y="50730"/>
                  <a:pt x="106297" y="47192"/>
                </a:cubicBezTo>
                <a:cubicBezTo>
                  <a:pt x="104666" y="43567"/>
                  <a:pt x="102916" y="40014"/>
                  <a:pt x="100905" y="36588"/>
                </a:cubicBezTo>
                <a:cubicBezTo>
                  <a:pt x="92409" y="22118"/>
                  <a:pt x="79619" y="9259"/>
                  <a:pt x="52442" y="1"/>
                </a:cubicBezTo>
                <a:close/>
                <a:moveTo>
                  <a:pt x="215593" y="2025"/>
                </a:moveTo>
                <a:cubicBezTo>
                  <a:pt x="214829" y="2033"/>
                  <a:pt x="214053" y="2073"/>
                  <a:pt x="213266" y="2145"/>
                </a:cubicBezTo>
                <a:cubicBezTo>
                  <a:pt x="215762" y="5771"/>
                  <a:pt x="218334" y="9149"/>
                  <a:pt x="221036" y="12318"/>
                </a:cubicBezTo>
                <a:lnTo>
                  <a:pt x="228088" y="5267"/>
                </a:lnTo>
                <a:cubicBezTo>
                  <a:pt x="224584" y="3146"/>
                  <a:pt x="220335" y="1979"/>
                  <a:pt x="215593" y="2026"/>
                </a:cubicBezTo>
                <a:close/>
                <a:moveTo>
                  <a:pt x="203279" y="4650"/>
                </a:moveTo>
                <a:cubicBezTo>
                  <a:pt x="201743" y="5272"/>
                  <a:pt x="200185" y="6003"/>
                  <a:pt x="198610" y="6864"/>
                </a:cubicBezTo>
                <a:cubicBezTo>
                  <a:pt x="197615" y="7405"/>
                  <a:pt x="196618" y="7940"/>
                  <a:pt x="195622" y="8480"/>
                </a:cubicBezTo>
                <a:cubicBezTo>
                  <a:pt x="196046" y="9158"/>
                  <a:pt x="196471" y="9830"/>
                  <a:pt x="196899" y="10492"/>
                </a:cubicBezTo>
                <a:cubicBezTo>
                  <a:pt x="199308" y="8907"/>
                  <a:pt x="201703" y="7355"/>
                  <a:pt x="204074" y="5852"/>
                </a:cubicBezTo>
                <a:cubicBezTo>
                  <a:pt x="203808" y="5457"/>
                  <a:pt x="203544" y="5051"/>
                  <a:pt x="203279" y="4650"/>
                </a:cubicBezTo>
                <a:close/>
                <a:moveTo>
                  <a:pt x="235009" y="12187"/>
                </a:moveTo>
                <a:lnTo>
                  <a:pt x="227720" y="19475"/>
                </a:lnTo>
                <a:cubicBezTo>
                  <a:pt x="230915" y="22604"/>
                  <a:pt x="234310" y="25544"/>
                  <a:pt x="237976" y="28358"/>
                </a:cubicBezTo>
                <a:cubicBezTo>
                  <a:pt x="238818" y="22132"/>
                  <a:pt x="237663" y="16574"/>
                  <a:pt x="235008" y="12187"/>
                </a:cubicBezTo>
                <a:close/>
                <a:moveTo>
                  <a:pt x="187058" y="13114"/>
                </a:moveTo>
                <a:cubicBezTo>
                  <a:pt x="183364" y="15102"/>
                  <a:pt x="179668" y="17084"/>
                  <a:pt x="175976" y="19063"/>
                </a:cubicBezTo>
                <a:cubicBezTo>
                  <a:pt x="176802" y="20461"/>
                  <a:pt x="177634" y="21824"/>
                  <a:pt x="178471" y="23153"/>
                </a:cubicBezTo>
                <a:cubicBezTo>
                  <a:pt x="181954" y="20662"/>
                  <a:pt x="185413" y="18241"/>
                  <a:pt x="188842" y="15897"/>
                </a:cubicBezTo>
                <a:cubicBezTo>
                  <a:pt x="188242" y="14984"/>
                  <a:pt x="187649" y="14053"/>
                  <a:pt x="187059" y="13114"/>
                </a:cubicBezTo>
                <a:close/>
                <a:moveTo>
                  <a:pt x="209834" y="13794"/>
                </a:moveTo>
                <a:cubicBezTo>
                  <a:pt x="207411" y="15324"/>
                  <a:pt x="204966" y="16902"/>
                  <a:pt x="202499" y="18525"/>
                </a:cubicBezTo>
                <a:cubicBezTo>
                  <a:pt x="204287" y="20898"/>
                  <a:pt x="206121" y="23165"/>
                  <a:pt x="208022" y="25333"/>
                </a:cubicBezTo>
                <a:lnTo>
                  <a:pt x="214223" y="19132"/>
                </a:lnTo>
                <a:cubicBezTo>
                  <a:pt x="212723" y="17406"/>
                  <a:pt x="211264" y="15627"/>
                  <a:pt x="209834" y="13794"/>
                </a:cubicBezTo>
                <a:close/>
                <a:moveTo>
                  <a:pt x="167392" y="23679"/>
                </a:moveTo>
                <a:cubicBezTo>
                  <a:pt x="163282" y="25894"/>
                  <a:pt x="159183" y="28116"/>
                  <a:pt x="155105" y="30351"/>
                </a:cubicBezTo>
                <a:cubicBezTo>
                  <a:pt x="156455" y="32823"/>
                  <a:pt x="157808" y="35196"/>
                  <a:pt x="159174" y="37473"/>
                </a:cubicBezTo>
                <a:cubicBezTo>
                  <a:pt x="163001" y="34530"/>
                  <a:pt x="166810" y="31658"/>
                  <a:pt x="170597" y="28866"/>
                </a:cubicBezTo>
                <a:cubicBezTo>
                  <a:pt x="169515" y="27184"/>
                  <a:pt x="168449" y="25452"/>
                  <a:pt x="167392" y="23680"/>
                </a:cubicBezTo>
                <a:close/>
                <a:moveTo>
                  <a:pt x="194476" y="23911"/>
                </a:moveTo>
                <a:cubicBezTo>
                  <a:pt x="191005" y="26285"/>
                  <a:pt x="187500" y="28741"/>
                  <a:pt x="183965" y="31273"/>
                </a:cubicBezTo>
                <a:cubicBezTo>
                  <a:pt x="186562" y="34831"/>
                  <a:pt x="189254" y="38141"/>
                  <a:pt x="192100" y="41256"/>
                </a:cubicBezTo>
                <a:lnTo>
                  <a:pt x="201217" y="32137"/>
                </a:lnTo>
                <a:cubicBezTo>
                  <a:pt x="198886" y="29521"/>
                  <a:pt x="196646" y="26784"/>
                  <a:pt x="194476" y="23910"/>
                </a:cubicBezTo>
                <a:close/>
                <a:moveTo>
                  <a:pt x="220935" y="26261"/>
                </a:moveTo>
                <a:lnTo>
                  <a:pt x="214795" y="32400"/>
                </a:lnTo>
                <a:cubicBezTo>
                  <a:pt x="216657" y="34171"/>
                  <a:pt x="218588" y="35881"/>
                  <a:pt x="220599" y="37544"/>
                </a:cubicBezTo>
                <a:cubicBezTo>
                  <a:pt x="222340" y="35288"/>
                  <a:pt x="224099" y="33013"/>
                  <a:pt x="225816" y="30793"/>
                </a:cubicBezTo>
                <a:cubicBezTo>
                  <a:pt x="224144" y="29319"/>
                  <a:pt x="222515" y="27813"/>
                  <a:pt x="220934" y="26261"/>
                </a:cubicBezTo>
                <a:close/>
                <a:moveTo>
                  <a:pt x="146553" y="35076"/>
                </a:moveTo>
                <a:cubicBezTo>
                  <a:pt x="142541" y="37319"/>
                  <a:pt x="138555" y="39583"/>
                  <a:pt x="134603" y="41875"/>
                </a:cubicBezTo>
                <a:cubicBezTo>
                  <a:pt x="136511" y="45602"/>
                  <a:pt x="138412" y="49119"/>
                  <a:pt x="140333" y="52432"/>
                </a:cubicBezTo>
                <a:cubicBezTo>
                  <a:pt x="144045" y="49393"/>
                  <a:pt x="147752" y="46414"/>
                  <a:pt x="151450" y="43495"/>
                </a:cubicBezTo>
                <a:cubicBezTo>
                  <a:pt x="149791" y="40805"/>
                  <a:pt x="148164" y="38000"/>
                  <a:pt x="146553" y="35077"/>
                </a:cubicBezTo>
                <a:close/>
                <a:moveTo>
                  <a:pt x="176157" y="36945"/>
                </a:moveTo>
                <a:cubicBezTo>
                  <a:pt x="172295" y="39800"/>
                  <a:pt x="168406" y="42736"/>
                  <a:pt x="164496" y="45752"/>
                </a:cubicBezTo>
                <a:cubicBezTo>
                  <a:pt x="167729" y="50439"/>
                  <a:pt x="171090" y="54708"/>
                  <a:pt x="174698" y="58656"/>
                </a:cubicBezTo>
                <a:lnTo>
                  <a:pt x="185306" y="48048"/>
                </a:lnTo>
                <a:cubicBezTo>
                  <a:pt x="182098" y="44574"/>
                  <a:pt x="179066" y="40886"/>
                  <a:pt x="176157" y="36945"/>
                </a:cubicBezTo>
                <a:close/>
                <a:moveTo>
                  <a:pt x="233401" y="36985"/>
                </a:moveTo>
                <a:cubicBezTo>
                  <a:pt x="231755" y="39117"/>
                  <a:pt x="230066" y="41301"/>
                  <a:pt x="228395" y="43467"/>
                </a:cubicBezTo>
                <a:cubicBezTo>
                  <a:pt x="229360" y="44144"/>
                  <a:pt x="230347" y="44814"/>
                  <a:pt x="231348" y="45480"/>
                </a:cubicBezTo>
                <a:cubicBezTo>
                  <a:pt x="232037" y="44209"/>
                  <a:pt x="232719" y="42935"/>
                  <a:pt x="233412" y="41666"/>
                </a:cubicBezTo>
                <a:cubicBezTo>
                  <a:pt x="234039" y="40516"/>
                  <a:pt x="234596" y="39376"/>
                  <a:pt x="235095" y="38247"/>
                </a:cubicBezTo>
                <a:cubicBezTo>
                  <a:pt x="234526" y="37828"/>
                  <a:pt x="233960" y="37409"/>
                  <a:pt x="233401" y="36985"/>
                </a:cubicBezTo>
                <a:close/>
                <a:moveTo>
                  <a:pt x="208009" y="39187"/>
                </a:moveTo>
                <a:lnTo>
                  <a:pt x="199020" y="48175"/>
                </a:lnTo>
                <a:cubicBezTo>
                  <a:pt x="201585" y="50520"/>
                  <a:pt x="204287" y="52759"/>
                  <a:pt x="207147" y="54927"/>
                </a:cubicBezTo>
                <a:cubicBezTo>
                  <a:pt x="209703" y="51634"/>
                  <a:pt x="212215" y="48395"/>
                  <a:pt x="214719" y="45156"/>
                </a:cubicBezTo>
                <a:cubicBezTo>
                  <a:pt x="212396" y="43229"/>
                  <a:pt x="210161" y="41246"/>
                  <a:pt x="208010" y="39187"/>
                </a:cubicBezTo>
                <a:close/>
                <a:moveTo>
                  <a:pt x="126210" y="46950"/>
                </a:moveTo>
                <a:cubicBezTo>
                  <a:pt x="125759" y="47442"/>
                  <a:pt x="125628" y="47381"/>
                  <a:pt x="125402" y="47542"/>
                </a:cubicBezTo>
                <a:cubicBezTo>
                  <a:pt x="125099" y="47760"/>
                  <a:pt x="124804" y="47951"/>
                  <a:pt x="124459" y="48169"/>
                </a:cubicBezTo>
                <a:cubicBezTo>
                  <a:pt x="123770" y="48604"/>
                  <a:pt x="122902" y="49122"/>
                  <a:pt x="121834" y="49742"/>
                </a:cubicBezTo>
                <a:cubicBezTo>
                  <a:pt x="120522" y="50503"/>
                  <a:pt x="118835" y="51452"/>
                  <a:pt x="116992" y="52479"/>
                </a:cubicBezTo>
                <a:cubicBezTo>
                  <a:pt x="115523" y="53402"/>
                  <a:pt x="114057" y="54330"/>
                  <a:pt x="112601" y="55266"/>
                </a:cubicBezTo>
                <a:cubicBezTo>
                  <a:pt x="114643" y="59803"/>
                  <a:pt x="117385" y="64312"/>
                  <a:pt x="120759" y="68953"/>
                </a:cubicBezTo>
                <a:cubicBezTo>
                  <a:pt x="124747" y="65488"/>
                  <a:pt x="128741" y="62079"/>
                  <a:pt x="132736" y="58729"/>
                </a:cubicBezTo>
                <a:cubicBezTo>
                  <a:pt x="130521" y="55024"/>
                  <a:pt x="128355" y="51100"/>
                  <a:pt x="126211" y="46950"/>
                </a:cubicBezTo>
                <a:close/>
                <a:moveTo>
                  <a:pt x="62778" y="48474"/>
                </a:moveTo>
                <a:cubicBezTo>
                  <a:pt x="30901" y="93817"/>
                  <a:pt x="0" y="161350"/>
                  <a:pt x="3326" y="213658"/>
                </a:cubicBezTo>
                <a:cubicBezTo>
                  <a:pt x="6424" y="217103"/>
                  <a:pt x="10064" y="220699"/>
                  <a:pt x="13775" y="223419"/>
                </a:cubicBezTo>
                <a:cubicBezTo>
                  <a:pt x="17913" y="226454"/>
                  <a:pt x="22017" y="228183"/>
                  <a:pt x="24600" y="228183"/>
                </a:cubicBezTo>
                <a:lnTo>
                  <a:pt x="24845" y="228183"/>
                </a:lnTo>
                <a:lnTo>
                  <a:pt x="100576" y="235755"/>
                </a:lnTo>
                <a:cubicBezTo>
                  <a:pt x="63365" y="185200"/>
                  <a:pt x="60913" y="115961"/>
                  <a:pt x="62778" y="48474"/>
                </a:cubicBezTo>
                <a:close/>
                <a:moveTo>
                  <a:pt x="222482" y="51122"/>
                </a:moveTo>
                <a:cubicBezTo>
                  <a:pt x="220066" y="54250"/>
                  <a:pt x="217641" y="57378"/>
                  <a:pt x="215174" y="60560"/>
                </a:cubicBezTo>
                <a:cubicBezTo>
                  <a:pt x="217111" y="61820"/>
                  <a:pt x="219127" y="63063"/>
                  <a:pt x="221213" y="64296"/>
                </a:cubicBezTo>
                <a:cubicBezTo>
                  <a:pt x="223047" y="60877"/>
                  <a:pt x="224881" y="57455"/>
                  <a:pt x="226721" y="54033"/>
                </a:cubicBezTo>
                <a:cubicBezTo>
                  <a:pt x="225280" y="53074"/>
                  <a:pt x="223860" y="52107"/>
                  <a:pt x="222482" y="51122"/>
                </a:cubicBezTo>
                <a:close/>
                <a:moveTo>
                  <a:pt x="156868" y="51724"/>
                </a:moveTo>
                <a:cubicBezTo>
                  <a:pt x="153104" y="54704"/>
                  <a:pt x="149329" y="57751"/>
                  <a:pt x="145546" y="60859"/>
                </a:cubicBezTo>
                <a:cubicBezTo>
                  <a:pt x="149252" y="66460"/>
                  <a:pt x="153110" y="71474"/>
                  <a:pt x="157297" y="76057"/>
                </a:cubicBezTo>
                <a:lnTo>
                  <a:pt x="167906" y="65449"/>
                </a:lnTo>
                <a:cubicBezTo>
                  <a:pt x="163996" y="61217"/>
                  <a:pt x="160350" y="56667"/>
                  <a:pt x="156868" y="51724"/>
                </a:cubicBezTo>
                <a:close/>
                <a:moveTo>
                  <a:pt x="192227" y="54968"/>
                </a:moveTo>
                <a:lnTo>
                  <a:pt x="181619" y="65577"/>
                </a:lnTo>
                <a:cubicBezTo>
                  <a:pt x="184892" y="68568"/>
                  <a:pt x="188387" y="71388"/>
                  <a:pt x="192154" y="74108"/>
                </a:cubicBezTo>
                <a:cubicBezTo>
                  <a:pt x="195212" y="70227"/>
                  <a:pt x="198237" y="66370"/>
                  <a:pt x="201227" y="62534"/>
                </a:cubicBezTo>
                <a:cubicBezTo>
                  <a:pt x="198070" y="60110"/>
                  <a:pt x="195075" y="57600"/>
                  <a:pt x="192226" y="54969"/>
                </a:cubicBezTo>
                <a:close/>
                <a:moveTo>
                  <a:pt x="103851" y="59645"/>
                </a:moveTo>
                <a:cubicBezTo>
                  <a:pt x="100325" y="61539"/>
                  <a:pt x="96619" y="63511"/>
                  <a:pt x="92813" y="65519"/>
                </a:cubicBezTo>
                <a:cubicBezTo>
                  <a:pt x="95255" y="71470"/>
                  <a:pt x="98845" y="77941"/>
                  <a:pt x="103266" y="84554"/>
                </a:cubicBezTo>
                <a:cubicBezTo>
                  <a:pt x="106566" y="81535"/>
                  <a:pt x="109878" y="78545"/>
                  <a:pt x="113201" y="75593"/>
                </a:cubicBezTo>
                <a:cubicBezTo>
                  <a:pt x="109338" y="70378"/>
                  <a:pt x="106209" y="65190"/>
                  <a:pt x="103852" y="59645"/>
                </a:cubicBezTo>
                <a:close/>
                <a:moveTo>
                  <a:pt x="138055" y="67086"/>
                </a:moveTo>
                <a:cubicBezTo>
                  <a:pt x="134313" y="70234"/>
                  <a:pt x="130571" y="73437"/>
                  <a:pt x="126833" y="76688"/>
                </a:cubicBezTo>
                <a:cubicBezTo>
                  <a:pt x="130963" y="81623"/>
                  <a:pt x="135707" y="86782"/>
                  <a:pt x="141011" y="92344"/>
                </a:cubicBezTo>
                <a:lnTo>
                  <a:pt x="150505" y="82851"/>
                </a:lnTo>
                <a:cubicBezTo>
                  <a:pt x="146064" y="78042"/>
                  <a:pt x="141960" y="72829"/>
                  <a:pt x="138056" y="67086"/>
                </a:cubicBezTo>
                <a:close/>
                <a:moveTo>
                  <a:pt x="209206" y="68236"/>
                </a:moveTo>
                <a:cubicBezTo>
                  <a:pt x="206278" y="71994"/>
                  <a:pt x="203315" y="75775"/>
                  <a:pt x="200318" y="79582"/>
                </a:cubicBezTo>
                <a:cubicBezTo>
                  <a:pt x="203341" y="81469"/>
                  <a:pt x="206541" y="83324"/>
                  <a:pt x="209927" y="85172"/>
                </a:cubicBezTo>
                <a:cubicBezTo>
                  <a:pt x="212161" y="81096"/>
                  <a:pt x="214377" y="76991"/>
                  <a:pt x="216591" y="72882"/>
                </a:cubicBezTo>
                <a:cubicBezTo>
                  <a:pt x="214035" y="71359"/>
                  <a:pt x="211574" y="69814"/>
                  <a:pt x="209206" y="68236"/>
                </a:cubicBezTo>
                <a:close/>
                <a:moveTo>
                  <a:pt x="84113" y="70073"/>
                </a:moveTo>
                <a:cubicBezTo>
                  <a:pt x="80255" y="72078"/>
                  <a:pt x="76519" y="73999"/>
                  <a:pt x="72986" y="75788"/>
                </a:cubicBezTo>
                <a:cubicBezTo>
                  <a:pt x="74966" y="83329"/>
                  <a:pt x="79390" y="92168"/>
                  <a:pt x="85430" y="101304"/>
                </a:cubicBezTo>
                <a:cubicBezTo>
                  <a:pt x="88881" y="97977"/>
                  <a:pt x="92354" y="94678"/>
                  <a:pt x="95848" y="91411"/>
                </a:cubicBezTo>
                <a:cubicBezTo>
                  <a:pt x="90940" y="84247"/>
                  <a:pt x="86927" y="77073"/>
                  <a:pt x="84113" y="70073"/>
                </a:cubicBezTo>
                <a:close/>
                <a:moveTo>
                  <a:pt x="174826" y="72370"/>
                </a:moveTo>
                <a:lnTo>
                  <a:pt x="164218" y="82978"/>
                </a:lnTo>
                <a:cubicBezTo>
                  <a:pt x="168137" y="86557"/>
                  <a:pt x="172371" y="89895"/>
                  <a:pt x="177015" y="93105"/>
                </a:cubicBezTo>
                <a:cubicBezTo>
                  <a:pt x="180096" y="89292"/>
                  <a:pt x="183146" y="85484"/>
                  <a:pt x="186163" y="81689"/>
                </a:cubicBezTo>
                <a:cubicBezTo>
                  <a:pt x="182134" y="78728"/>
                  <a:pt x="178367" y="75641"/>
                  <a:pt x="174825" y="72370"/>
                </a:cubicBezTo>
                <a:close/>
                <a:moveTo>
                  <a:pt x="119347" y="83268"/>
                </a:moveTo>
                <a:cubicBezTo>
                  <a:pt x="115889" y="86345"/>
                  <a:pt x="112440" y="89462"/>
                  <a:pt x="109005" y="92612"/>
                </a:cubicBezTo>
                <a:cubicBezTo>
                  <a:pt x="113401" y="98415"/>
                  <a:pt x="118332" y="104209"/>
                  <a:pt x="123610" y="109745"/>
                </a:cubicBezTo>
                <a:lnTo>
                  <a:pt x="134085" y="99269"/>
                </a:lnTo>
                <a:cubicBezTo>
                  <a:pt x="128569" y="93523"/>
                  <a:pt x="123647" y="88300"/>
                  <a:pt x="119348" y="83268"/>
                </a:cubicBezTo>
                <a:close/>
                <a:moveTo>
                  <a:pt x="194268" y="87247"/>
                </a:moveTo>
                <a:cubicBezTo>
                  <a:pt x="191313" y="90968"/>
                  <a:pt x="188327" y="94702"/>
                  <a:pt x="185307" y="98446"/>
                </a:cubicBezTo>
                <a:cubicBezTo>
                  <a:pt x="189352" y="100879"/>
                  <a:pt x="193715" y="103270"/>
                  <a:pt x="198407" y="105671"/>
                </a:cubicBezTo>
                <a:cubicBezTo>
                  <a:pt x="200698" y="101720"/>
                  <a:pt x="202958" y="97734"/>
                  <a:pt x="205199" y="93723"/>
                </a:cubicBezTo>
                <a:cubicBezTo>
                  <a:pt x="201353" y="91605"/>
                  <a:pt x="197714" y="89454"/>
                  <a:pt x="194268" y="87246"/>
                </a:cubicBezTo>
                <a:close/>
                <a:moveTo>
                  <a:pt x="157425" y="89771"/>
                </a:moveTo>
                <a:lnTo>
                  <a:pt x="147930" y="99265"/>
                </a:lnTo>
                <a:cubicBezTo>
                  <a:pt x="152476" y="103598"/>
                  <a:pt x="157195" y="107692"/>
                  <a:pt x="161951" y="111455"/>
                </a:cubicBezTo>
                <a:cubicBezTo>
                  <a:pt x="164961" y="107848"/>
                  <a:pt x="167941" y="104239"/>
                  <a:pt x="170894" y="100628"/>
                </a:cubicBezTo>
                <a:cubicBezTo>
                  <a:pt x="166049" y="97202"/>
                  <a:pt x="161585" y="93613"/>
                  <a:pt x="157425" y="89771"/>
                </a:cubicBezTo>
                <a:close/>
                <a:moveTo>
                  <a:pt x="72505" y="99275"/>
                </a:moveTo>
                <a:cubicBezTo>
                  <a:pt x="72673" y="103985"/>
                  <a:pt x="72893" y="108673"/>
                  <a:pt x="73191" y="113324"/>
                </a:cubicBezTo>
                <a:cubicBezTo>
                  <a:pt x="74850" y="111660"/>
                  <a:pt x="76517" y="110003"/>
                  <a:pt x="78192" y="108351"/>
                </a:cubicBezTo>
                <a:cubicBezTo>
                  <a:pt x="76133" y="105323"/>
                  <a:pt x="74232" y="102292"/>
                  <a:pt x="72505" y="99275"/>
                </a:cubicBezTo>
                <a:close/>
                <a:moveTo>
                  <a:pt x="101680" y="99395"/>
                </a:moveTo>
                <a:cubicBezTo>
                  <a:pt x="98150" y="102701"/>
                  <a:pt x="94641" y="106044"/>
                  <a:pt x="91157" y="109413"/>
                </a:cubicBezTo>
                <a:cubicBezTo>
                  <a:pt x="95665" y="115416"/>
                  <a:pt x="100749" y="121419"/>
                  <a:pt x="106209" y="127145"/>
                </a:cubicBezTo>
                <a:lnTo>
                  <a:pt x="116684" y="116670"/>
                </a:lnTo>
                <a:cubicBezTo>
                  <a:pt x="111273" y="111034"/>
                  <a:pt x="106216" y="105240"/>
                  <a:pt x="101681" y="99395"/>
                </a:cubicBezTo>
                <a:close/>
                <a:moveTo>
                  <a:pt x="179121" y="106066"/>
                </a:moveTo>
                <a:cubicBezTo>
                  <a:pt x="176053" y="109822"/>
                  <a:pt x="172953" y="113582"/>
                  <a:pt x="169819" y="117338"/>
                </a:cubicBezTo>
                <a:cubicBezTo>
                  <a:pt x="170336" y="117703"/>
                  <a:pt x="170852" y="118059"/>
                  <a:pt x="171368" y="118415"/>
                </a:cubicBezTo>
                <a:cubicBezTo>
                  <a:pt x="177423" y="115673"/>
                  <a:pt x="182831" y="113426"/>
                  <a:pt x="187417" y="111986"/>
                </a:cubicBezTo>
                <a:cubicBezTo>
                  <a:pt x="187855" y="111848"/>
                  <a:pt x="188261" y="111725"/>
                  <a:pt x="188684" y="111593"/>
                </a:cubicBezTo>
                <a:cubicBezTo>
                  <a:pt x="185347" y="109778"/>
                  <a:pt x="182153" y="107942"/>
                  <a:pt x="179121" y="106066"/>
                </a:cubicBezTo>
                <a:close/>
                <a:moveTo>
                  <a:pt x="141005" y="106191"/>
                </a:moveTo>
                <a:lnTo>
                  <a:pt x="130530" y="116665"/>
                </a:lnTo>
                <a:cubicBezTo>
                  <a:pt x="135566" y="121467"/>
                  <a:pt x="140818" y="125973"/>
                  <a:pt x="146093" y="130060"/>
                </a:cubicBezTo>
                <a:cubicBezTo>
                  <a:pt x="149288" y="126392"/>
                  <a:pt x="152451" y="122708"/>
                  <a:pt x="155585" y="119014"/>
                </a:cubicBezTo>
                <a:cubicBezTo>
                  <a:pt x="150623" y="115033"/>
                  <a:pt x="145732" y="110726"/>
                  <a:pt x="141005" y="106190"/>
                </a:cubicBezTo>
                <a:close/>
                <a:moveTo>
                  <a:pt x="84013" y="116386"/>
                </a:moveTo>
                <a:cubicBezTo>
                  <a:pt x="80714" y="119645"/>
                  <a:pt x="77449" y="122932"/>
                  <a:pt x="74211" y="126231"/>
                </a:cubicBezTo>
                <a:cubicBezTo>
                  <a:pt x="74255" y="126687"/>
                  <a:pt x="74298" y="127143"/>
                  <a:pt x="74343" y="127598"/>
                </a:cubicBezTo>
                <a:cubicBezTo>
                  <a:pt x="78704" y="133339"/>
                  <a:pt x="83585" y="139069"/>
                  <a:pt x="88808" y="144546"/>
                </a:cubicBezTo>
                <a:lnTo>
                  <a:pt x="99283" y="134071"/>
                </a:lnTo>
                <a:cubicBezTo>
                  <a:pt x="93802" y="128361"/>
                  <a:pt x="88646" y="122414"/>
                  <a:pt x="84013" y="116387"/>
                </a:cubicBezTo>
                <a:close/>
                <a:moveTo>
                  <a:pt x="196670" y="120079"/>
                </a:moveTo>
                <a:cubicBezTo>
                  <a:pt x="197239" y="120377"/>
                  <a:pt x="194381" y="120058"/>
                  <a:pt x="190348" y="121325"/>
                </a:cubicBezTo>
                <a:cubicBezTo>
                  <a:pt x="186204" y="122624"/>
                  <a:pt x="180668" y="124915"/>
                  <a:pt x="174322" y="127814"/>
                </a:cubicBezTo>
                <a:cubicBezTo>
                  <a:pt x="161629" y="133614"/>
                  <a:pt x="145625" y="141842"/>
                  <a:pt x="129335" y="149631"/>
                </a:cubicBezTo>
                <a:cubicBezTo>
                  <a:pt x="113043" y="157421"/>
                  <a:pt x="96490" y="164787"/>
                  <a:pt x="82239" y="168923"/>
                </a:cubicBezTo>
                <a:cubicBezTo>
                  <a:pt x="81907" y="169019"/>
                  <a:pt x="81582" y="169105"/>
                  <a:pt x="81252" y="169198"/>
                </a:cubicBezTo>
                <a:cubicBezTo>
                  <a:pt x="86540" y="190598"/>
                  <a:pt x="94651" y="210415"/>
                  <a:pt x="106858" y="227745"/>
                </a:cubicBezTo>
                <a:cubicBezTo>
                  <a:pt x="112584" y="227443"/>
                  <a:pt x="117649" y="226259"/>
                  <a:pt x="122202" y="224440"/>
                </a:cubicBezTo>
                <a:cubicBezTo>
                  <a:pt x="132178" y="220453"/>
                  <a:pt x="139939" y="213336"/>
                  <a:pt x="146466" y="205296"/>
                </a:cubicBezTo>
                <a:cubicBezTo>
                  <a:pt x="152994" y="197256"/>
                  <a:pt x="158171" y="188386"/>
                  <a:pt x="163145" y="181183"/>
                </a:cubicBezTo>
                <a:cubicBezTo>
                  <a:pt x="165632" y="177582"/>
                  <a:pt x="168053" y="174379"/>
                  <a:pt x="170858" y="171837"/>
                </a:cubicBezTo>
                <a:cubicBezTo>
                  <a:pt x="173664" y="169294"/>
                  <a:pt x="177143" y="167278"/>
                  <a:pt x="181209" y="167278"/>
                </a:cubicBezTo>
                <a:cubicBezTo>
                  <a:pt x="190025" y="167278"/>
                  <a:pt x="197881" y="173200"/>
                  <a:pt x="205714" y="181457"/>
                </a:cubicBezTo>
                <a:cubicBezTo>
                  <a:pt x="210706" y="186720"/>
                  <a:pt x="215687" y="193224"/>
                  <a:pt x="220597" y="200375"/>
                </a:cubicBezTo>
                <a:cubicBezTo>
                  <a:pt x="222060" y="184612"/>
                  <a:pt x="225056" y="170332"/>
                  <a:pt x="224658" y="158272"/>
                </a:cubicBezTo>
                <a:cubicBezTo>
                  <a:pt x="224396" y="150344"/>
                  <a:pt x="222808" y="143499"/>
                  <a:pt x="218722" y="137278"/>
                </a:cubicBezTo>
                <a:cubicBezTo>
                  <a:pt x="214652" y="131080"/>
                  <a:pt x="207934" y="125298"/>
                  <a:pt x="196670" y="120080"/>
                </a:cubicBezTo>
                <a:close/>
                <a:moveTo>
                  <a:pt x="123604" y="123591"/>
                </a:moveTo>
                <a:lnTo>
                  <a:pt x="113129" y="134065"/>
                </a:lnTo>
                <a:cubicBezTo>
                  <a:pt x="116083" y="136882"/>
                  <a:pt x="119112" y="139597"/>
                  <a:pt x="122176" y="142190"/>
                </a:cubicBezTo>
                <a:cubicBezTo>
                  <a:pt x="123155" y="141726"/>
                  <a:pt x="124133" y="141268"/>
                  <a:pt x="125112" y="140800"/>
                </a:cubicBezTo>
                <a:cubicBezTo>
                  <a:pt x="128990" y="138946"/>
                  <a:pt x="132858" y="137062"/>
                  <a:pt x="136681" y="135186"/>
                </a:cubicBezTo>
                <a:cubicBezTo>
                  <a:pt x="132235" y="131554"/>
                  <a:pt x="127853" y="127669"/>
                  <a:pt x="123605" y="123591"/>
                </a:cubicBezTo>
                <a:close/>
                <a:moveTo>
                  <a:pt x="106203" y="140992"/>
                </a:moveTo>
                <a:lnTo>
                  <a:pt x="95728" y="151466"/>
                </a:lnTo>
                <a:cubicBezTo>
                  <a:pt x="96317" y="152029"/>
                  <a:pt x="96911" y="152584"/>
                  <a:pt x="97506" y="153139"/>
                </a:cubicBezTo>
                <a:cubicBezTo>
                  <a:pt x="102332" y="151189"/>
                  <a:pt x="107331" y="149020"/>
                  <a:pt x="112400" y="146725"/>
                </a:cubicBezTo>
                <a:cubicBezTo>
                  <a:pt x="110309" y="144861"/>
                  <a:pt x="108241" y="142948"/>
                  <a:pt x="106203" y="140992"/>
                </a:cubicBezTo>
                <a:close/>
                <a:moveTo>
                  <a:pt x="76618" y="145795"/>
                </a:moveTo>
                <a:cubicBezTo>
                  <a:pt x="77101" y="148938"/>
                  <a:pt x="77628" y="152057"/>
                  <a:pt x="78207" y="155147"/>
                </a:cubicBezTo>
                <a:lnTo>
                  <a:pt x="81882" y="151472"/>
                </a:lnTo>
                <a:cubicBezTo>
                  <a:pt x="80089" y="149605"/>
                  <a:pt x="78335" y="147709"/>
                  <a:pt x="76619" y="145795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011680" y="7253592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3326" y="7500617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70050" y="7620027"/>
            <a:ext cx="164188" cy="238818"/>
          </a:xfrm>
          <a:custGeom>
            <a:avLst/>
            <a:gdLst/>
            <a:ahLst/>
            <a:cxnLst/>
            <a:rect l="l" t="t" r="r" b="b"/>
            <a:pathLst>
              <a:path w="164188" h="238818">
                <a:moveTo>
                  <a:pt x="0" y="119409"/>
                </a:moveTo>
                <a:cubicBezTo>
                  <a:pt x="0" y="44778"/>
                  <a:pt x="29852" y="0"/>
                  <a:pt x="82094" y="0"/>
                </a:cubicBezTo>
                <a:cubicBezTo>
                  <a:pt x="134335" y="0"/>
                  <a:pt x="164188" y="44778"/>
                  <a:pt x="164188" y="119409"/>
                </a:cubicBezTo>
                <a:cubicBezTo>
                  <a:pt x="164188" y="194040"/>
                  <a:pt x="134335" y="238818"/>
                  <a:pt x="82094" y="238818"/>
                </a:cubicBezTo>
                <a:cubicBezTo>
                  <a:pt x="29852" y="238818"/>
                  <a:pt x="0" y="194040"/>
                  <a:pt x="0" y="119409"/>
                </a:cubicBezTo>
                <a:close/>
              </a:path>
            </a:pathLst>
          </a:custGeom>
          <a:solidFill>
            <a:srgbClr val="C7DCF0"/>
          </a:solidFill>
          <a:ln w="15875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070050" y="7620027"/>
            <a:ext cx="164188" cy="238818"/>
          </a:xfrm>
          <a:custGeom>
            <a:avLst/>
            <a:gdLst/>
            <a:ahLst/>
            <a:cxnLst/>
            <a:rect l="l" t="t" r="r" b="b"/>
            <a:pathLst>
              <a:path w="164188" h="238818">
                <a:moveTo>
                  <a:pt x="82094" y="26121"/>
                </a:moveTo>
                <a:cubicBezTo>
                  <a:pt x="106825" y="26121"/>
                  <a:pt x="126872" y="46168"/>
                  <a:pt x="126872" y="70899"/>
                </a:cubicBezTo>
                <a:cubicBezTo>
                  <a:pt x="126872" y="95630"/>
                  <a:pt x="106825" y="115678"/>
                  <a:pt x="82094" y="115678"/>
                </a:cubicBezTo>
                <a:cubicBezTo>
                  <a:pt x="57363" y="115678"/>
                  <a:pt x="37315" y="95630"/>
                  <a:pt x="37315" y="70899"/>
                </a:cubicBezTo>
                <a:cubicBezTo>
                  <a:pt x="37315" y="46168"/>
                  <a:pt x="57363" y="26121"/>
                  <a:pt x="82094" y="26121"/>
                </a:cubicBezTo>
                <a:close/>
                <a:moveTo>
                  <a:pt x="82094" y="123141"/>
                </a:moveTo>
                <a:cubicBezTo>
                  <a:pt x="106825" y="123141"/>
                  <a:pt x="126872" y="143188"/>
                  <a:pt x="126872" y="167919"/>
                </a:cubicBezTo>
                <a:cubicBezTo>
                  <a:pt x="126872" y="192650"/>
                  <a:pt x="106825" y="212698"/>
                  <a:pt x="82094" y="212698"/>
                </a:cubicBezTo>
                <a:cubicBezTo>
                  <a:pt x="57363" y="212698"/>
                  <a:pt x="37315" y="192650"/>
                  <a:pt x="37315" y="167919"/>
                </a:cubicBezTo>
                <a:cubicBezTo>
                  <a:pt x="37315" y="143188"/>
                  <a:pt x="57363" y="123141"/>
                  <a:pt x="82094" y="123141"/>
                </a:cubicBezTo>
                <a:close/>
              </a:path>
            </a:pathLst>
          </a:custGeom>
          <a:solidFill>
            <a:srgbClr val="1F4E8C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84048" y="802397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40958" y="7500617"/>
            <a:ext cx="477637" cy="477637"/>
          </a:xfrm>
          <a:prstGeom prst="ellipse">
            <a:avLst/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2715703" y="7620027"/>
            <a:ext cx="128146" cy="238818"/>
          </a:xfrm>
          <a:custGeom>
            <a:avLst/>
            <a:gdLst/>
            <a:ahLst/>
            <a:cxnLst/>
            <a:rect l="l" t="t" r="r" b="b"/>
            <a:pathLst>
              <a:path w="128146" h="238818">
                <a:moveTo>
                  <a:pt x="52424" y="238818"/>
                </a:moveTo>
                <a:lnTo>
                  <a:pt x="75723" y="238818"/>
                </a:lnTo>
                <a:lnTo>
                  <a:pt x="69898" y="113584"/>
                </a:lnTo>
                <a:lnTo>
                  <a:pt x="58248" y="113584"/>
                </a:lnTo>
                <a:close/>
                <a:moveTo>
                  <a:pt x="40774" y="0"/>
                </a:moveTo>
                <a:cubicBezTo>
                  <a:pt x="50425" y="0"/>
                  <a:pt x="58248" y="7823"/>
                  <a:pt x="58248" y="17475"/>
                </a:cubicBezTo>
                <a:cubicBezTo>
                  <a:pt x="58248" y="27126"/>
                  <a:pt x="50425" y="34949"/>
                  <a:pt x="40774" y="34949"/>
                </a:cubicBezTo>
                <a:cubicBezTo>
                  <a:pt x="31123" y="34949"/>
                  <a:pt x="23299" y="27126"/>
                  <a:pt x="23299" y="17475"/>
                </a:cubicBezTo>
                <a:cubicBezTo>
                  <a:pt x="23299" y="7823"/>
                  <a:pt x="31123" y="0"/>
                  <a:pt x="40774" y="0"/>
                </a:cubicBezTo>
                <a:close/>
                <a:moveTo>
                  <a:pt x="64073" y="0"/>
                </a:moveTo>
                <a:cubicBezTo>
                  <a:pt x="73724" y="0"/>
                  <a:pt x="81548" y="7823"/>
                  <a:pt x="81548" y="17475"/>
                </a:cubicBezTo>
                <a:cubicBezTo>
                  <a:pt x="81548" y="27126"/>
                  <a:pt x="73724" y="34949"/>
                  <a:pt x="64073" y="34949"/>
                </a:cubicBezTo>
                <a:cubicBezTo>
                  <a:pt x="54422" y="34949"/>
                  <a:pt x="46599" y="27126"/>
                  <a:pt x="46599" y="17475"/>
                </a:cubicBezTo>
                <a:cubicBezTo>
                  <a:pt x="46599" y="7823"/>
                  <a:pt x="54422" y="0"/>
                  <a:pt x="64073" y="0"/>
                </a:cubicBezTo>
                <a:close/>
                <a:moveTo>
                  <a:pt x="87373" y="0"/>
                </a:moveTo>
                <a:cubicBezTo>
                  <a:pt x="97024" y="0"/>
                  <a:pt x="104847" y="7823"/>
                  <a:pt x="104847" y="17475"/>
                </a:cubicBezTo>
                <a:cubicBezTo>
                  <a:pt x="104847" y="27126"/>
                  <a:pt x="97024" y="34949"/>
                  <a:pt x="87373" y="34949"/>
                </a:cubicBezTo>
                <a:cubicBezTo>
                  <a:pt x="77721" y="34949"/>
                  <a:pt x="69898" y="27126"/>
                  <a:pt x="69898" y="17475"/>
                </a:cubicBezTo>
                <a:cubicBezTo>
                  <a:pt x="69898" y="7823"/>
                  <a:pt x="77721" y="0"/>
                  <a:pt x="87373" y="0"/>
                </a:cubicBezTo>
                <a:close/>
                <a:moveTo>
                  <a:pt x="20387" y="29124"/>
                </a:moveTo>
                <a:cubicBezTo>
                  <a:pt x="30038" y="29124"/>
                  <a:pt x="37861" y="36948"/>
                  <a:pt x="37861" y="46599"/>
                </a:cubicBezTo>
                <a:cubicBezTo>
                  <a:pt x="37861" y="56250"/>
                  <a:pt x="30038" y="64073"/>
                  <a:pt x="20387" y="64073"/>
                </a:cubicBezTo>
                <a:cubicBezTo>
                  <a:pt x="10736" y="64073"/>
                  <a:pt x="2912" y="56250"/>
                  <a:pt x="2912" y="46599"/>
                </a:cubicBezTo>
                <a:cubicBezTo>
                  <a:pt x="2912" y="36948"/>
                  <a:pt x="10736" y="29124"/>
                  <a:pt x="20387" y="29124"/>
                </a:cubicBezTo>
                <a:close/>
                <a:moveTo>
                  <a:pt x="46599" y="29124"/>
                </a:moveTo>
                <a:cubicBezTo>
                  <a:pt x="56250" y="29124"/>
                  <a:pt x="64073" y="36948"/>
                  <a:pt x="64073" y="46599"/>
                </a:cubicBezTo>
                <a:cubicBezTo>
                  <a:pt x="64073" y="56250"/>
                  <a:pt x="56250" y="64073"/>
                  <a:pt x="46599" y="64073"/>
                </a:cubicBezTo>
                <a:cubicBezTo>
                  <a:pt x="36948" y="64073"/>
                  <a:pt x="29124" y="56250"/>
                  <a:pt x="29124" y="46599"/>
                </a:cubicBezTo>
                <a:cubicBezTo>
                  <a:pt x="29124" y="36948"/>
                  <a:pt x="36948" y="29124"/>
                  <a:pt x="46599" y="29124"/>
                </a:cubicBezTo>
                <a:close/>
                <a:moveTo>
                  <a:pt x="64073" y="29124"/>
                </a:moveTo>
                <a:cubicBezTo>
                  <a:pt x="73724" y="29124"/>
                  <a:pt x="81548" y="36948"/>
                  <a:pt x="81548" y="46599"/>
                </a:cubicBezTo>
                <a:cubicBezTo>
                  <a:pt x="81548" y="56250"/>
                  <a:pt x="73724" y="64073"/>
                  <a:pt x="64073" y="64073"/>
                </a:cubicBezTo>
                <a:cubicBezTo>
                  <a:pt x="54422" y="64073"/>
                  <a:pt x="46599" y="56250"/>
                  <a:pt x="46599" y="46599"/>
                </a:cubicBezTo>
                <a:cubicBezTo>
                  <a:pt x="46599" y="36948"/>
                  <a:pt x="54422" y="29124"/>
                  <a:pt x="64073" y="29124"/>
                </a:cubicBezTo>
                <a:close/>
                <a:moveTo>
                  <a:pt x="81548" y="29124"/>
                </a:moveTo>
                <a:cubicBezTo>
                  <a:pt x="91199" y="29124"/>
                  <a:pt x="99022" y="36948"/>
                  <a:pt x="99022" y="46599"/>
                </a:cubicBezTo>
                <a:cubicBezTo>
                  <a:pt x="99022" y="56250"/>
                  <a:pt x="91199" y="64073"/>
                  <a:pt x="81548" y="64073"/>
                </a:cubicBezTo>
                <a:cubicBezTo>
                  <a:pt x="71897" y="64073"/>
                  <a:pt x="64073" y="56250"/>
                  <a:pt x="64073" y="46599"/>
                </a:cubicBezTo>
                <a:cubicBezTo>
                  <a:pt x="64073" y="36948"/>
                  <a:pt x="71897" y="29124"/>
                  <a:pt x="81548" y="29124"/>
                </a:cubicBezTo>
                <a:close/>
                <a:moveTo>
                  <a:pt x="107760" y="29124"/>
                </a:moveTo>
                <a:cubicBezTo>
                  <a:pt x="117411" y="29124"/>
                  <a:pt x="125234" y="36948"/>
                  <a:pt x="125234" y="46599"/>
                </a:cubicBezTo>
                <a:cubicBezTo>
                  <a:pt x="125234" y="56250"/>
                  <a:pt x="117411" y="64073"/>
                  <a:pt x="107760" y="64073"/>
                </a:cubicBezTo>
                <a:cubicBezTo>
                  <a:pt x="98108" y="64073"/>
                  <a:pt x="90285" y="56250"/>
                  <a:pt x="90285" y="46599"/>
                </a:cubicBezTo>
                <a:cubicBezTo>
                  <a:pt x="90285" y="36948"/>
                  <a:pt x="98108" y="29124"/>
                  <a:pt x="107760" y="29124"/>
                </a:cubicBezTo>
                <a:close/>
                <a:moveTo>
                  <a:pt x="17475" y="58248"/>
                </a:moveTo>
                <a:cubicBezTo>
                  <a:pt x="27126" y="58248"/>
                  <a:pt x="34949" y="66072"/>
                  <a:pt x="34949" y="75723"/>
                </a:cubicBezTo>
                <a:cubicBezTo>
                  <a:pt x="34949" y="85374"/>
                  <a:pt x="27126" y="93197"/>
                  <a:pt x="17475" y="93197"/>
                </a:cubicBezTo>
                <a:cubicBezTo>
                  <a:pt x="7823" y="93197"/>
                  <a:pt x="0" y="85374"/>
                  <a:pt x="0" y="75723"/>
                </a:cubicBezTo>
                <a:cubicBezTo>
                  <a:pt x="0" y="66072"/>
                  <a:pt x="7823" y="58248"/>
                  <a:pt x="17475" y="58248"/>
                </a:cubicBezTo>
                <a:close/>
                <a:moveTo>
                  <a:pt x="40774" y="58248"/>
                </a:moveTo>
                <a:cubicBezTo>
                  <a:pt x="50425" y="58248"/>
                  <a:pt x="58248" y="66072"/>
                  <a:pt x="58248" y="75723"/>
                </a:cubicBezTo>
                <a:cubicBezTo>
                  <a:pt x="58248" y="85374"/>
                  <a:pt x="50425" y="93197"/>
                  <a:pt x="40774" y="93197"/>
                </a:cubicBezTo>
                <a:cubicBezTo>
                  <a:pt x="31123" y="93197"/>
                  <a:pt x="23299" y="85374"/>
                  <a:pt x="23299" y="75723"/>
                </a:cubicBezTo>
                <a:cubicBezTo>
                  <a:pt x="23299" y="66072"/>
                  <a:pt x="31123" y="58248"/>
                  <a:pt x="40774" y="58248"/>
                </a:cubicBezTo>
                <a:close/>
                <a:moveTo>
                  <a:pt x="64073" y="58248"/>
                </a:moveTo>
                <a:cubicBezTo>
                  <a:pt x="73724" y="58248"/>
                  <a:pt x="81548" y="66072"/>
                  <a:pt x="81548" y="75723"/>
                </a:cubicBezTo>
                <a:cubicBezTo>
                  <a:pt x="81548" y="85374"/>
                  <a:pt x="73724" y="93197"/>
                  <a:pt x="64073" y="93197"/>
                </a:cubicBezTo>
                <a:cubicBezTo>
                  <a:pt x="54422" y="93197"/>
                  <a:pt x="46599" y="85374"/>
                  <a:pt x="46599" y="75723"/>
                </a:cubicBezTo>
                <a:cubicBezTo>
                  <a:pt x="46599" y="66072"/>
                  <a:pt x="54422" y="58248"/>
                  <a:pt x="64073" y="58248"/>
                </a:cubicBezTo>
                <a:close/>
                <a:moveTo>
                  <a:pt x="87373" y="58248"/>
                </a:moveTo>
                <a:cubicBezTo>
                  <a:pt x="97024" y="58248"/>
                  <a:pt x="104847" y="66072"/>
                  <a:pt x="104847" y="75723"/>
                </a:cubicBezTo>
                <a:cubicBezTo>
                  <a:pt x="104847" y="85374"/>
                  <a:pt x="97024" y="93197"/>
                  <a:pt x="87373" y="93197"/>
                </a:cubicBezTo>
                <a:cubicBezTo>
                  <a:pt x="77721" y="93197"/>
                  <a:pt x="69898" y="85374"/>
                  <a:pt x="69898" y="75723"/>
                </a:cubicBezTo>
                <a:cubicBezTo>
                  <a:pt x="69898" y="66072"/>
                  <a:pt x="77721" y="58248"/>
                  <a:pt x="87373" y="58248"/>
                </a:cubicBezTo>
                <a:close/>
                <a:moveTo>
                  <a:pt x="110672" y="58248"/>
                </a:moveTo>
                <a:cubicBezTo>
                  <a:pt x="120323" y="58248"/>
                  <a:pt x="128146" y="66072"/>
                  <a:pt x="128146" y="75723"/>
                </a:cubicBezTo>
                <a:cubicBezTo>
                  <a:pt x="128146" y="85374"/>
                  <a:pt x="120323" y="93197"/>
                  <a:pt x="110672" y="93197"/>
                </a:cubicBezTo>
                <a:cubicBezTo>
                  <a:pt x="101021" y="93197"/>
                  <a:pt x="93197" y="85374"/>
                  <a:pt x="93197" y="75723"/>
                </a:cubicBezTo>
                <a:cubicBezTo>
                  <a:pt x="93197" y="66072"/>
                  <a:pt x="101021" y="58248"/>
                  <a:pt x="110672" y="58248"/>
                </a:cubicBezTo>
                <a:close/>
              </a:path>
            </a:pathLst>
          </a:custGeom>
          <a:solidFill>
            <a:srgbClr val="2E6FAE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011680" y="802397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Sorghum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51960" y="1280160"/>
            <a:ext cx="3255264" cy="163220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343400" y="1867662"/>
            <a:ext cx="457200" cy="457200"/>
          </a:xfrm>
          <a:prstGeom prst="ellipse">
            <a:avLst/>
          </a:prstGeom>
          <a:solidFill>
            <a:srgbClr val="E9E4F5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446270" y="1985100"/>
            <a:ext cx="251460" cy="222323"/>
          </a:xfrm>
          <a:custGeom>
            <a:avLst/>
            <a:gdLst/>
            <a:ahLst/>
            <a:cxnLst/>
            <a:rect l="l" t="t" r="r" b="b"/>
            <a:pathLst>
              <a:path w="251460" h="222323">
                <a:moveTo>
                  <a:pt x="70822" y="0"/>
                </a:moveTo>
                <a:cubicBezTo>
                  <a:pt x="63136" y="0"/>
                  <a:pt x="56927" y="6209"/>
                  <a:pt x="56927" y="13895"/>
                </a:cubicBezTo>
                <a:cubicBezTo>
                  <a:pt x="56927" y="13895"/>
                  <a:pt x="63136" y="27790"/>
                  <a:pt x="70822" y="27790"/>
                </a:cubicBezTo>
                <a:lnTo>
                  <a:pt x="92837" y="27790"/>
                </a:lnTo>
                <a:lnTo>
                  <a:pt x="5428" y="115243"/>
                </a:lnTo>
                <a:cubicBezTo>
                  <a:pt x="0" y="120671"/>
                  <a:pt x="0" y="129486"/>
                  <a:pt x="5428" y="134914"/>
                </a:cubicBezTo>
                <a:cubicBezTo>
                  <a:pt x="5428" y="134914"/>
                  <a:pt x="19670" y="140342"/>
                  <a:pt x="25098" y="134914"/>
                </a:cubicBezTo>
                <a:lnTo>
                  <a:pt x="112508" y="47461"/>
                </a:lnTo>
                <a:lnTo>
                  <a:pt x="112508" y="69476"/>
                </a:lnTo>
                <a:cubicBezTo>
                  <a:pt x="112508" y="77162"/>
                  <a:pt x="118717" y="83371"/>
                  <a:pt x="126403" y="83371"/>
                </a:cubicBezTo>
                <a:cubicBezTo>
                  <a:pt x="126403" y="83371"/>
                  <a:pt x="140298" y="77162"/>
                  <a:pt x="140298" y="69476"/>
                </a:cubicBezTo>
                <a:lnTo>
                  <a:pt x="140298" y="13895"/>
                </a:lnTo>
                <a:cubicBezTo>
                  <a:pt x="140298" y="6209"/>
                  <a:pt x="134089" y="0"/>
                  <a:pt x="126403" y="0"/>
                </a:cubicBezTo>
                <a:lnTo>
                  <a:pt x="70822" y="0"/>
                </a:lnTo>
                <a:close/>
                <a:moveTo>
                  <a:pt x="251460" y="34738"/>
                </a:moveTo>
                <a:cubicBezTo>
                  <a:pt x="251460" y="23227"/>
                  <a:pt x="242128" y="13895"/>
                  <a:pt x="230617" y="13895"/>
                </a:cubicBezTo>
                <a:cubicBezTo>
                  <a:pt x="219106" y="13895"/>
                  <a:pt x="209774" y="23227"/>
                  <a:pt x="209774" y="34738"/>
                </a:cubicBezTo>
                <a:cubicBezTo>
                  <a:pt x="209774" y="46249"/>
                  <a:pt x="219106" y="55581"/>
                  <a:pt x="230617" y="55581"/>
                </a:cubicBezTo>
                <a:cubicBezTo>
                  <a:pt x="242128" y="55581"/>
                  <a:pt x="251460" y="46249"/>
                  <a:pt x="251460" y="34738"/>
                </a:cubicBezTo>
                <a:close/>
                <a:moveTo>
                  <a:pt x="195879" y="90319"/>
                </a:moveTo>
                <a:cubicBezTo>
                  <a:pt x="195879" y="78808"/>
                  <a:pt x="186547" y="69476"/>
                  <a:pt x="175036" y="69476"/>
                </a:cubicBezTo>
                <a:cubicBezTo>
                  <a:pt x="163525" y="69476"/>
                  <a:pt x="154193" y="78808"/>
                  <a:pt x="154193" y="90319"/>
                </a:cubicBezTo>
                <a:cubicBezTo>
                  <a:pt x="154193" y="101830"/>
                  <a:pt x="163525" y="111162"/>
                  <a:pt x="175036" y="111162"/>
                </a:cubicBezTo>
                <a:cubicBezTo>
                  <a:pt x="186547" y="111162"/>
                  <a:pt x="195879" y="101830"/>
                  <a:pt x="195879" y="90319"/>
                </a:cubicBezTo>
                <a:close/>
                <a:moveTo>
                  <a:pt x="175036" y="166743"/>
                </a:moveTo>
                <a:cubicBezTo>
                  <a:pt x="186547" y="166743"/>
                  <a:pt x="195879" y="157411"/>
                  <a:pt x="195879" y="145900"/>
                </a:cubicBezTo>
                <a:cubicBezTo>
                  <a:pt x="195879" y="134389"/>
                  <a:pt x="186547" y="125057"/>
                  <a:pt x="175036" y="125057"/>
                </a:cubicBezTo>
                <a:cubicBezTo>
                  <a:pt x="163525" y="125057"/>
                  <a:pt x="154193" y="134389"/>
                  <a:pt x="154193" y="145900"/>
                </a:cubicBezTo>
                <a:cubicBezTo>
                  <a:pt x="154193" y="157411"/>
                  <a:pt x="163525" y="166743"/>
                  <a:pt x="175036" y="166743"/>
                </a:cubicBezTo>
                <a:close/>
                <a:moveTo>
                  <a:pt x="195879" y="201481"/>
                </a:moveTo>
                <a:cubicBezTo>
                  <a:pt x="195879" y="189969"/>
                  <a:pt x="186547" y="180638"/>
                  <a:pt x="175036" y="180638"/>
                </a:cubicBezTo>
                <a:cubicBezTo>
                  <a:pt x="163525" y="180638"/>
                  <a:pt x="154193" y="189969"/>
                  <a:pt x="154193" y="201481"/>
                </a:cubicBezTo>
                <a:cubicBezTo>
                  <a:pt x="154193" y="212992"/>
                  <a:pt x="163525" y="222323"/>
                  <a:pt x="175036" y="222323"/>
                </a:cubicBezTo>
                <a:cubicBezTo>
                  <a:pt x="186547" y="222323"/>
                  <a:pt x="195879" y="212992"/>
                  <a:pt x="195879" y="201481"/>
                </a:cubicBezTo>
                <a:close/>
                <a:moveTo>
                  <a:pt x="251460" y="201481"/>
                </a:moveTo>
                <a:cubicBezTo>
                  <a:pt x="251460" y="189969"/>
                  <a:pt x="242128" y="180638"/>
                  <a:pt x="230617" y="180638"/>
                </a:cubicBezTo>
                <a:cubicBezTo>
                  <a:pt x="219106" y="180638"/>
                  <a:pt x="209774" y="189969"/>
                  <a:pt x="209774" y="201481"/>
                </a:cubicBezTo>
                <a:cubicBezTo>
                  <a:pt x="209774" y="212992"/>
                  <a:pt x="219106" y="222323"/>
                  <a:pt x="230617" y="222323"/>
                </a:cubicBezTo>
                <a:cubicBezTo>
                  <a:pt x="242128" y="222323"/>
                  <a:pt x="251460" y="212992"/>
                  <a:pt x="251460" y="201481"/>
                </a:cubicBezTo>
                <a:close/>
                <a:moveTo>
                  <a:pt x="119455" y="166743"/>
                </a:moveTo>
                <a:cubicBezTo>
                  <a:pt x="130967" y="166743"/>
                  <a:pt x="140298" y="157411"/>
                  <a:pt x="140298" y="145900"/>
                </a:cubicBezTo>
                <a:cubicBezTo>
                  <a:pt x="140298" y="134389"/>
                  <a:pt x="130967" y="125057"/>
                  <a:pt x="119455" y="125057"/>
                </a:cubicBezTo>
                <a:cubicBezTo>
                  <a:pt x="107944" y="125057"/>
                  <a:pt x="98613" y="134389"/>
                  <a:pt x="98613" y="145900"/>
                </a:cubicBezTo>
                <a:cubicBezTo>
                  <a:pt x="98613" y="157411"/>
                  <a:pt x="107944" y="166743"/>
                  <a:pt x="119455" y="166743"/>
                </a:cubicBezTo>
                <a:close/>
                <a:moveTo>
                  <a:pt x="140298" y="201481"/>
                </a:moveTo>
                <a:cubicBezTo>
                  <a:pt x="140298" y="189969"/>
                  <a:pt x="130967" y="180638"/>
                  <a:pt x="119455" y="180638"/>
                </a:cubicBezTo>
                <a:cubicBezTo>
                  <a:pt x="107944" y="180638"/>
                  <a:pt x="98613" y="189969"/>
                  <a:pt x="98613" y="201481"/>
                </a:cubicBezTo>
                <a:cubicBezTo>
                  <a:pt x="98613" y="212992"/>
                  <a:pt x="107944" y="222323"/>
                  <a:pt x="119455" y="222323"/>
                </a:cubicBezTo>
                <a:cubicBezTo>
                  <a:pt x="130967" y="222323"/>
                  <a:pt x="140298" y="212992"/>
                  <a:pt x="140298" y="201481"/>
                </a:cubicBezTo>
                <a:close/>
                <a:moveTo>
                  <a:pt x="63875" y="222323"/>
                </a:moveTo>
                <a:cubicBezTo>
                  <a:pt x="75386" y="222323"/>
                  <a:pt x="84717" y="212992"/>
                  <a:pt x="84717" y="201481"/>
                </a:cubicBezTo>
                <a:cubicBezTo>
                  <a:pt x="84717" y="189969"/>
                  <a:pt x="75386" y="180638"/>
                  <a:pt x="63875" y="180638"/>
                </a:cubicBezTo>
                <a:cubicBezTo>
                  <a:pt x="52363" y="180638"/>
                  <a:pt x="43032" y="189969"/>
                  <a:pt x="43032" y="201481"/>
                </a:cubicBezTo>
                <a:cubicBezTo>
                  <a:pt x="43032" y="212992"/>
                  <a:pt x="52363" y="222323"/>
                  <a:pt x="63875" y="222323"/>
                </a:cubicBezTo>
                <a:close/>
                <a:moveTo>
                  <a:pt x="251460" y="145900"/>
                </a:moveTo>
                <a:cubicBezTo>
                  <a:pt x="251460" y="134389"/>
                  <a:pt x="242128" y="125057"/>
                  <a:pt x="230617" y="125057"/>
                </a:cubicBezTo>
                <a:cubicBezTo>
                  <a:pt x="219106" y="125057"/>
                  <a:pt x="209774" y="134389"/>
                  <a:pt x="209774" y="145900"/>
                </a:cubicBezTo>
                <a:cubicBezTo>
                  <a:pt x="209774" y="157411"/>
                  <a:pt x="219106" y="166743"/>
                  <a:pt x="230617" y="166743"/>
                </a:cubicBezTo>
                <a:cubicBezTo>
                  <a:pt x="242128" y="166743"/>
                  <a:pt x="251460" y="157411"/>
                  <a:pt x="251460" y="145900"/>
                </a:cubicBezTo>
                <a:close/>
                <a:moveTo>
                  <a:pt x="230617" y="111162"/>
                </a:moveTo>
                <a:cubicBezTo>
                  <a:pt x="242128" y="111162"/>
                  <a:pt x="251460" y="101830"/>
                  <a:pt x="251460" y="90319"/>
                </a:cubicBezTo>
                <a:cubicBezTo>
                  <a:pt x="251460" y="78808"/>
                  <a:pt x="242128" y="69476"/>
                  <a:pt x="230617" y="69476"/>
                </a:cubicBezTo>
                <a:cubicBezTo>
                  <a:pt x="219106" y="69476"/>
                  <a:pt x="209774" y="78808"/>
                  <a:pt x="209774" y="90319"/>
                </a:cubicBezTo>
                <a:cubicBezTo>
                  <a:pt x="209774" y="101830"/>
                  <a:pt x="219106" y="111162"/>
                  <a:pt x="230617" y="111162"/>
                </a:cubicBezTo>
                <a:close/>
              </a:path>
            </a:pathLst>
          </a:custGeom>
          <a:solidFill>
            <a:srgbClr val="6B4FA0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910328" y="1508669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Fixed Effects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910328" y="2128906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year controls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1960" y="3076956"/>
            <a:ext cx="3255264" cy="163220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343400" y="3664458"/>
            <a:ext cx="457200" cy="457200"/>
          </a:xfrm>
          <a:prstGeom prst="ellipse">
            <a:avLst/>
          </a:prstGeom>
          <a:solidFill>
            <a:srgbClr val="E9E4F5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446270" y="3783044"/>
            <a:ext cx="251460" cy="220028"/>
          </a:xfrm>
          <a:custGeom>
            <a:avLst/>
            <a:gdLst/>
            <a:ahLst/>
            <a:cxnLst/>
            <a:rect l="l" t="t" r="r" b="b"/>
            <a:pathLst>
              <a:path w="251460" h="220028">
                <a:moveTo>
                  <a:pt x="0" y="31433"/>
                </a:moveTo>
                <a:cubicBezTo>
                  <a:pt x="0" y="14096"/>
                  <a:pt x="14096" y="0"/>
                  <a:pt x="31433" y="0"/>
                </a:cubicBezTo>
                <a:lnTo>
                  <a:pt x="220028" y="0"/>
                </a:lnTo>
                <a:cubicBezTo>
                  <a:pt x="237364" y="0"/>
                  <a:pt x="251460" y="14096"/>
                  <a:pt x="251460" y="31433"/>
                </a:cubicBezTo>
                <a:lnTo>
                  <a:pt x="251460" y="188595"/>
                </a:lnTo>
                <a:cubicBezTo>
                  <a:pt x="251460" y="205932"/>
                  <a:pt x="237364" y="220028"/>
                  <a:pt x="220028" y="220028"/>
                </a:cubicBezTo>
                <a:lnTo>
                  <a:pt x="31433" y="220028"/>
                </a:lnTo>
                <a:cubicBezTo>
                  <a:pt x="14096" y="220028"/>
                  <a:pt x="0" y="205932"/>
                  <a:pt x="0" y="188595"/>
                </a:cubicBezTo>
                <a:lnTo>
                  <a:pt x="0" y="31433"/>
                </a:lnTo>
                <a:close/>
                <a:moveTo>
                  <a:pt x="31433" y="31433"/>
                </a:moveTo>
                <a:lnTo>
                  <a:pt x="31433" y="62865"/>
                </a:lnTo>
                <a:lnTo>
                  <a:pt x="62865" y="62865"/>
                </a:lnTo>
                <a:lnTo>
                  <a:pt x="62865" y="31433"/>
                </a:lnTo>
                <a:lnTo>
                  <a:pt x="31433" y="31433"/>
                </a:lnTo>
                <a:close/>
                <a:moveTo>
                  <a:pt x="220028" y="31433"/>
                </a:moveTo>
                <a:lnTo>
                  <a:pt x="94298" y="31433"/>
                </a:lnTo>
                <a:lnTo>
                  <a:pt x="94298" y="62865"/>
                </a:lnTo>
                <a:lnTo>
                  <a:pt x="220028" y="62865"/>
                </a:lnTo>
                <a:lnTo>
                  <a:pt x="220028" y="31433"/>
                </a:lnTo>
                <a:close/>
                <a:moveTo>
                  <a:pt x="31433" y="94298"/>
                </a:moveTo>
                <a:lnTo>
                  <a:pt x="31433" y="125730"/>
                </a:lnTo>
                <a:lnTo>
                  <a:pt x="62865" y="125730"/>
                </a:lnTo>
                <a:lnTo>
                  <a:pt x="62865" y="94298"/>
                </a:lnTo>
                <a:lnTo>
                  <a:pt x="31433" y="94298"/>
                </a:lnTo>
                <a:close/>
                <a:moveTo>
                  <a:pt x="220028" y="94298"/>
                </a:moveTo>
                <a:lnTo>
                  <a:pt x="94298" y="94298"/>
                </a:lnTo>
                <a:lnTo>
                  <a:pt x="94298" y="125730"/>
                </a:lnTo>
                <a:lnTo>
                  <a:pt x="220028" y="125730"/>
                </a:lnTo>
                <a:lnTo>
                  <a:pt x="220028" y="94298"/>
                </a:lnTo>
                <a:close/>
                <a:moveTo>
                  <a:pt x="31433" y="157163"/>
                </a:moveTo>
                <a:lnTo>
                  <a:pt x="31433" y="188595"/>
                </a:lnTo>
                <a:lnTo>
                  <a:pt x="62865" y="188595"/>
                </a:lnTo>
                <a:lnTo>
                  <a:pt x="62865" y="157163"/>
                </a:lnTo>
                <a:lnTo>
                  <a:pt x="31433" y="157163"/>
                </a:lnTo>
                <a:close/>
                <a:moveTo>
                  <a:pt x="220028" y="157163"/>
                </a:moveTo>
                <a:lnTo>
                  <a:pt x="94298" y="157163"/>
                </a:lnTo>
                <a:lnTo>
                  <a:pt x="94298" y="188595"/>
                </a:lnTo>
                <a:lnTo>
                  <a:pt x="220028" y="188595"/>
                </a:lnTo>
                <a:lnTo>
                  <a:pt x="220028" y="157163"/>
                </a:lnTo>
                <a:close/>
              </a:path>
            </a:pathLst>
          </a:custGeom>
          <a:solidFill>
            <a:srgbClr val="6B4FA0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910328" y="3305465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Model Specifications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910328" y="3925702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terms, trends, interactions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51960" y="4873752"/>
            <a:ext cx="3255264" cy="163220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343400" y="5461254"/>
            <a:ext cx="457200" cy="457200"/>
          </a:xfrm>
          <a:prstGeom prst="ellipse">
            <a:avLst/>
          </a:prstGeom>
          <a:solidFill>
            <a:srgbClr val="E9E4F5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453894" y="5564124"/>
            <a:ext cx="236211" cy="251460"/>
          </a:xfrm>
          <a:custGeom>
            <a:avLst/>
            <a:gdLst/>
            <a:ahLst/>
            <a:cxnLst/>
            <a:rect l="l" t="t" r="r" b="b"/>
            <a:pathLst>
              <a:path w="236211" h="251460">
                <a:moveTo>
                  <a:pt x="118106" y="0"/>
                </a:moveTo>
                <a:cubicBezTo>
                  <a:pt x="120368" y="0"/>
                  <a:pt x="122631" y="492"/>
                  <a:pt x="124697" y="1427"/>
                </a:cubicBezTo>
                <a:lnTo>
                  <a:pt x="217322" y="40729"/>
                </a:lnTo>
                <a:cubicBezTo>
                  <a:pt x="228144" y="45304"/>
                  <a:pt x="236211" y="55978"/>
                  <a:pt x="236162" y="68866"/>
                </a:cubicBezTo>
                <a:cubicBezTo>
                  <a:pt x="235916" y="117663"/>
                  <a:pt x="215846" y="206943"/>
                  <a:pt x="131092" y="247525"/>
                </a:cubicBezTo>
                <a:cubicBezTo>
                  <a:pt x="122877" y="251460"/>
                  <a:pt x="113334" y="251460"/>
                  <a:pt x="105119" y="247525"/>
                </a:cubicBezTo>
                <a:cubicBezTo>
                  <a:pt x="20365" y="206943"/>
                  <a:pt x="295" y="117663"/>
                  <a:pt x="49" y="68866"/>
                </a:cubicBezTo>
                <a:cubicBezTo>
                  <a:pt x="0" y="55978"/>
                  <a:pt x="8067" y="45304"/>
                  <a:pt x="18889" y="40729"/>
                </a:cubicBezTo>
                <a:lnTo>
                  <a:pt x="111563" y="1427"/>
                </a:lnTo>
                <a:cubicBezTo>
                  <a:pt x="113580" y="492"/>
                  <a:pt x="115843" y="0"/>
                  <a:pt x="118106" y="0"/>
                </a:cubicBezTo>
                <a:close/>
                <a:moveTo>
                  <a:pt x="118106" y="32859"/>
                </a:moveTo>
                <a:lnTo>
                  <a:pt x="118106" y="218847"/>
                </a:lnTo>
                <a:cubicBezTo>
                  <a:pt x="185988" y="185939"/>
                  <a:pt x="204237" y="113187"/>
                  <a:pt x="204680" y="69555"/>
                </a:cubicBezTo>
                <a:lnTo>
                  <a:pt x="118106" y="32859"/>
                </a:lnTo>
                <a:cubicBezTo>
                  <a:pt x="118106" y="32859"/>
                  <a:pt x="118106" y="32859"/>
                  <a:pt x="118106" y="32859"/>
                </a:cubicBezTo>
                <a:close/>
              </a:path>
            </a:pathLst>
          </a:custGeom>
          <a:solidFill>
            <a:srgbClr val="6B4FA0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910328" y="5102261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Robustness Checks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910328" y="5722498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Leave-one-out, Driscoll-Kraay SE, diagnostics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251960" y="6670548"/>
            <a:ext cx="3255264" cy="163220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4343400" y="7258050"/>
            <a:ext cx="457200" cy="457200"/>
          </a:xfrm>
          <a:prstGeom prst="ellipse">
            <a:avLst/>
          </a:prstGeom>
          <a:solidFill>
            <a:srgbClr val="E9E4F5"/>
          </a:solidFill>
          <a:ln w="12700">
            <a:solidFill>
              <a:srgbClr val="6B4FA0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4446270" y="7360920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60">
                <a:moveTo>
                  <a:pt x="125730" y="251460"/>
                </a:moveTo>
                <a:cubicBezTo>
                  <a:pt x="195169" y="251460"/>
                  <a:pt x="251460" y="195169"/>
                  <a:pt x="251460" y="125730"/>
                </a:cubicBezTo>
                <a:cubicBezTo>
                  <a:pt x="251460" y="56291"/>
                  <a:pt x="195169" y="0"/>
                  <a:pt x="125730" y="0"/>
                </a:cubicBezTo>
                <a:cubicBezTo>
                  <a:pt x="56291" y="0"/>
                  <a:pt x="0" y="56291"/>
                  <a:pt x="0" y="125730"/>
                </a:cubicBezTo>
                <a:cubicBezTo>
                  <a:pt x="0" y="195169"/>
                  <a:pt x="56291" y="251460"/>
                  <a:pt x="125730" y="251460"/>
                </a:cubicBezTo>
                <a:close/>
                <a:moveTo>
                  <a:pt x="181228" y="102647"/>
                </a:moveTo>
                <a:lnTo>
                  <a:pt x="118363" y="165512"/>
                </a:lnTo>
                <a:cubicBezTo>
                  <a:pt x="113746" y="170128"/>
                  <a:pt x="106281" y="170128"/>
                  <a:pt x="101714" y="165512"/>
                </a:cubicBezTo>
                <a:lnTo>
                  <a:pt x="70281" y="134079"/>
                </a:lnTo>
                <a:cubicBezTo>
                  <a:pt x="65664" y="129463"/>
                  <a:pt x="65664" y="121997"/>
                  <a:pt x="70281" y="117430"/>
                </a:cubicBezTo>
                <a:cubicBezTo>
                  <a:pt x="70281" y="117430"/>
                  <a:pt x="82363" y="112813"/>
                  <a:pt x="86931" y="117430"/>
                </a:cubicBezTo>
                <a:lnTo>
                  <a:pt x="110014" y="140513"/>
                </a:lnTo>
                <a:lnTo>
                  <a:pt x="164529" y="85948"/>
                </a:lnTo>
                <a:cubicBezTo>
                  <a:pt x="169146" y="81332"/>
                  <a:pt x="176611" y="81332"/>
                  <a:pt x="181179" y="85948"/>
                </a:cubicBezTo>
                <a:cubicBezTo>
                  <a:pt x="181179" y="85948"/>
                  <a:pt x="185796" y="98030"/>
                  <a:pt x="181179" y="102598"/>
                </a:cubicBezTo>
                <a:close/>
              </a:path>
            </a:pathLst>
          </a:custGeom>
          <a:solidFill>
            <a:srgbClr val="6B4FA0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910328" y="6899057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Results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910328" y="7519294"/>
            <a:ext cx="2505456" cy="685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sign across specifications</a:t>
            </a:r>
            <a:endParaRPr lang="en-US" sz="950" dirty="0"/>
          </a:p>
        </p:txBody>
      </p:sp>
      <p:graphicFrame>
        <p:nvGraphicFramePr>
          <p:cNvPr id="76" name="Chart 0" descr=""/>
          <p:cNvGraphicFramePr/>
          <p:nvPr/>
        </p:nvGraphicFramePr>
        <p:xfrm>
          <a:off x="8165592" y="1261872"/>
          <a:ext cx="3255264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0" name="CI_bar_Wheat"/>
          <p:cNvSpPr/>
          <p:nvPr/>
        </p:nvSpPr>
        <p:spPr>
          <a:xfrm>
            <a:off x="8623009" y="1683515"/>
            <a:ext cx="35000" cy="399867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hape 74"/>
          <p:cNvSpPr/>
          <p:nvPr/>
        </p:nvSpPr>
        <p:spPr>
          <a:xfrm>
            <a:off x="8599361" y="1883450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1" name="CI_bar_Barley"/>
          <p:cNvSpPr/>
          <p:nvPr/>
        </p:nvSpPr>
        <p:spPr>
          <a:xfrm>
            <a:off x="8987626" y="1631858"/>
            <a:ext cx="35000" cy="394128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hape 75"/>
          <p:cNvSpPr/>
          <p:nvPr/>
        </p:nvSpPr>
        <p:spPr>
          <a:xfrm>
            <a:off x="8963978" y="1836575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2" name="CI_bar_Oats"/>
          <p:cNvSpPr/>
          <p:nvPr/>
        </p:nvSpPr>
        <p:spPr>
          <a:xfrm>
            <a:off x="9352243" y="1785874"/>
            <a:ext cx="35000" cy="364472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hape 76"/>
          <p:cNvSpPr/>
          <p:nvPr/>
        </p:nvSpPr>
        <p:spPr>
          <a:xfrm>
            <a:off x="9328595" y="1968589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3" name="CI_bar_Rye"/>
          <p:cNvSpPr/>
          <p:nvPr/>
        </p:nvSpPr>
        <p:spPr>
          <a:xfrm>
            <a:off x="9716860" y="1600289"/>
            <a:ext cx="35000" cy="598845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hape 77"/>
          <p:cNvSpPr/>
          <p:nvPr/>
        </p:nvSpPr>
        <p:spPr>
          <a:xfrm>
            <a:off x="9693212" y="1899712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4" name="CI_bar_Rice"/>
          <p:cNvSpPr/>
          <p:nvPr/>
        </p:nvSpPr>
        <p:spPr>
          <a:xfrm>
            <a:off x="10081476" y="1866230"/>
            <a:ext cx="35000" cy="1069503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hape 78"/>
          <p:cNvSpPr/>
          <p:nvPr/>
        </p:nvSpPr>
        <p:spPr>
          <a:xfrm>
            <a:off x="10057828" y="2402895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5" name="CI_bar_Maize"/>
          <p:cNvSpPr/>
          <p:nvPr/>
        </p:nvSpPr>
        <p:spPr>
          <a:xfrm>
            <a:off x="10446094" y="1700734"/>
            <a:ext cx="35000" cy="325251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hape 79"/>
          <p:cNvSpPr/>
          <p:nvPr/>
        </p:nvSpPr>
        <p:spPr>
          <a:xfrm>
            <a:off x="10422446" y="1863361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6" name="CI_bar_Soybean"/>
          <p:cNvSpPr/>
          <p:nvPr/>
        </p:nvSpPr>
        <p:spPr>
          <a:xfrm>
            <a:off x="10810711" y="1398442"/>
            <a:ext cx="35000" cy="663895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hape 80"/>
          <p:cNvSpPr/>
          <p:nvPr/>
        </p:nvSpPr>
        <p:spPr>
          <a:xfrm>
            <a:off x="10787063" y="1732304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107" name="CI_bar_Sorghum"/>
          <p:cNvSpPr/>
          <p:nvPr/>
        </p:nvSpPr>
        <p:spPr>
          <a:xfrm>
            <a:off x="11175328" y="1723693"/>
            <a:ext cx="35000" cy="791126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hape 81"/>
          <p:cNvSpPr/>
          <p:nvPr/>
        </p:nvSpPr>
        <p:spPr>
          <a:xfrm>
            <a:off x="11151680" y="2118779"/>
            <a:ext cx="82296" cy="82296"/>
          </a:xfrm>
          <a:prstGeom prst="diamond">
            <a:avLst/>
          </a:prstGeom>
          <a:solidFill>
            <a:srgbClr val="3E8E5B"/>
          </a:solidFill>
          <a:ln/>
        </p:spPr>
        <p:txBody>
          <a:bodyPr/>
          <a:p/>
        </p:txBody>
      </p:sp>
      <p:sp>
        <p:nvSpPr>
          <p:cNvPr id="85" name="Text 82"/>
          <p:cNvSpPr/>
          <p:nvPr/>
        </p:nvSpPr>
        <p:spPr>
          <a:xfrm>
            <a:off x="8165592" y="3648456"/>
            <a:ext cx="3255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E8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TMX coefficients from the main specification (M4), with 95% confidence intervals; see Table 4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8183880" y="4299966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8E5B"/>
            </a:solidFill>
            <a:prstDash val="solid"/>
          </a:ln>
        </p:spPr>
        <p:txBody>
          <a:bodyPr/>
          <a:p/>
        </p:txBody>
      </p:sp>
      <p:sp>
        <p:nvSpPr>
          <p:cNvPr id="87" name="Shape 84"/>
          <p:cNvSpPr/>
          <p:nvPr/>
        </p:nvSpPr>
        <p:spPr>
          <a:xfrm>
            <a:off x="8341743" y="4402836"/>
            <a:ext cx="141474" cy="251460"/>
          </a:xfrm>
          <a:custGeom>
            <a:avLst/>
            <a:gdLst/>
            <a:ahLst/>
            <a:cxnLst/>
            <a:rect l="l" t="t" r="r" b="b"/>
            <a:pathLst>
              <a:path w="141474" h="251460">
                <a:moveTo>
                  <a:pt x="70737" y="31439"/>
                </a:moveTo>
                <a:cubicBezTo>
                  <a:pt x="57719" y="31439"/>
                  <a:pt x="47158" y="42000"/>
                  <a:pt x="47158" y="55018"/>
                </a:cubicBezTo>
                <a:lnTo>
                  <a:pt x="47158" y="135825"/>
                </a:lnTo>
                <a:cubicBezTo>
                  <a:pt x="47158" y="144323"/>
                  <a:pt x="43670" y="151495"/>
                  <a:pt x="39642" y="156702"/>
                </a:cubicBezTo>
                <a:cubicBezTo>
                  <a:pt x="34484" y="163383"/>
                  <a:pt x="31439" y="171684"/>
                  <a:pt x="31439" y="180772"/>
                </a:cubicBezTo>
                <a:cubicBezTo>
                  <a:pt x="31439" y="202484"/>
                  <a:pt x="49025" y="220070"/>
                  <a:pt x="70737" y="220070"/>
                </a:cubicBezTo>
                <a:cubicBezTo>
                  <a:pt x="70737" y="220070"/>
                  <a:pt x="110035" y="202484"/>
                  <a:pt x="110035" y="180772"/>
                </a:cubicBezTo>
                <a:cubicBezTo>
                  <a:pt x="110035" y="171684"/>
                  <a:pt x="106990" y="163383"/>
                  <a:pt x="101832" y="156751"/>
                </a:cubicBezTo>
                <a:cubicBezTo>
                  <a:pt x="97804" y="151544"/>
                  <a:pt x="94316" y="144372"/>
                  <a:pt x="94316" y="135874"/>
                </a:cubicBezTo>
                <a:lnTo>
                  <a:pt x="94316" y="55018"/>
                </a:lnTo>
                <a:cubicBezTo>
                  <a:pt x="94316" y="42000"/>
                  <a:pt x="83755" y="31439"/>
                  <a:pt x="70737" y="31439"/>
                </a:cubicBezTo>
                <a:close/>
                <a:moveTo>
                  <a:pt x="15719" y="55018"/>
                </a:moveTo>
                <a:cubicBezTo>
                  <a:pt x="15719" y="24660"/>
                  <a:pt x="40330" y="0"/>
                  <a:pt x="70737" y="0"/>
                </a:cubicBezTo>
                <a:cubicBezTo>
                  <a:pt x="70737" y="0"/>
                  <a:pt x="125755" y="24611"/>
                  <a:pt x="125755" y="55018"/>
                </a:cubicBezTo>
                <a:lnTo>
                  <a:pt x="125755" y="135776"/>
                </a:lnTo>
                <a:cubicBezTo>
                  <a:pt x="125755" y="135825"/>
                  <a:pt x="125804" y="135923"/>
                  <a:pt x="125853" y="136070"/>
                </a:cubicBezTo>
                <a:cubicBezTo>
                  <a:pt x="125951" y="136365"/>
                  <a:pt x="126246" y="136856"/>
                  <a:pt x="126688" y="137446"/>
                </a:cubicBezTo>
                <a:cubicBezTo>
                  <a:pt x="135972" y="149432"/>
                  <a:pt x="141474" y="164463"/>
                  <a:pt x="141474" y="180723"/>
                </a:cubicBezTo>
                <a:cubicBezTo>
                  <a:pt x="141474" y="219776"/>
                  <a:pt x="109790" y="251460"/>
                  <a:pt x="70737" y="251460"/>
                </a:cubicBezTo>
                <a:cubicBezTo>
                  <a:pt x="70737" y="251460"/>
                  <a:pt x="0" y="219825"/>
                  <a:pt x="0" y="180772"/>
                </a:cubicBezTo>
                <a:cubicBezTo>
                  <a:pt x="0" y="164463"/>
                  <a:pt x="5502" y="149432"/>
                  <a:pt x="14786" y="137495"/>
                </a:cubicBezTo>
                <a:cubicBezTo>
                  <a:pt x="15228" y="136905"/>
                  <a:pt x="15523" y="136414"/>
                  <a:pt x="15621" y="136119"/>
                </a:cubicBezTo>
                <a:cubicBezTo>
                  <a:pt x="15670" y="135972"/>
                  <a:pt x="15719" y="135874"/>
                  <a:pt x="15719" y="135825"/>
                </a:cubicBezTo>
                <a:lnTo>
                  <a:pt x="15719" y="55018"/>
                </a:lnTo>
                <a:close/>
                <a:moveTo>
                  <a:pt x="94316" y="180772"/>
                </a:moveTo>
                <a:cubicBezTo>
                  <a:pt x="94316" y="193790"/>
                  <a:pt x="83755" y="204351"/>
                  <a:pt x="70737" y="204351"/>
                </a:cubicBezTo>
                <a:cubicBezTo>
                  <a:pt x="70737" y="204351"/>
                  <a:pt x="47158" y="193790"/>
                  <a:pt x="47158" y="180772"/>
                </a:cubicBezTo>
                <a:cubicBezTo>
                  <a:pt x="47158" y="170506"/>
                  <a:pt x="53740" y="161762"/>
                  <a:pt x="62877" y="158520"/>
                </a:cubicBezTo>
                <a:lnTo>
                  <a:pt x="62877" y="102176"/>
                </a:lnTo>
                <a:cubicBezTo>
                  <a:pt x="62877" y="97853"/>
                  <a:pt x="66414" y="94316"/>
                  <a:pt x="70737" y="94316"/>
                </a:cubicBezTo>
                <a:cubicBezTo>
                  <a:pt x="70737" y="94316"/>
                  <a:pt x="78597" y="97853"/>
                  <a:pt x="78597" y="102176"/>
                </a:cubicBezTo>
                <a:lnTo>
                  <a:pt x="78597" y="158520"/>
                </a:lnTo>
                <a:cubicBezTo>
                  <a:pt x="87733" y="161762"/>
                  <a:pt x="94316" y="170506"/>
                  <a:pt x="94316" y="180772"/>
                </a:cubicBezTo>
                <a:close/>
              </a:path>
            </a:pathLst>
          </a:custGeom>
          <a:solidFill>
            <a:srgbClr val="3E8E5B"/>
          </a:solidFill>
          <a:ln/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8769096" y="4014216"/>
            <a:ext cx="260604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just">
              <a:lnSpc>
                <a:spcPts val="11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temperatures are linked to lower yields in all eight crops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8183880" y="5401818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8E5B"/>
            </a:solidFill>
            <a:prstDash val="solid"/>
          </a:ln>
        </p:spPr>
        <p:txBody>
          <a:bodyPr/>
          <a:p/>
        </p:txBody>
      </p:sp>
      <p:sp>
        <p:nvSpPr>
          <p:cNvPr id="90" name="Shape 87"/>
          <p:cNvSpPr/>
          <p:nvPr/>
        </p:nvSpPr>
        <p:spPr>
          <a:xfrm>
            <a:off x="8286750" y="5520383"/>
            <a:ext cx="251460" cy="220070"/>
          </a:xfrm>
          <a:custGeom>
            <a:avLst/>
            <a:gdLst/>
            <a:ahLst/>
            <a:cxnLst/>
            <a:rect l="l" t="t" r="r" b="b"/>
            <a:pathLst>
              <a:path w="251460" h="220070">
                <a:moveTo>
                  <a:pt x="86456" y="11789"/>
                </a:moveTo>
                <a:cubicBezTo>
                  <a:pt x="86456" y="5256"/>
                  <a:pt x="91712" y="0"/>
                  <a:pt x="98246" y="0"/>
                </a:cubicBezTo>
                <a:lnTo>
                  <a:pt x="106105" y="0"/>
                </a:lnTo>
                <a:cubicBezTo>
                  <a:pt x="112639" y="0"/>
                  <a:pt x="117895" y="5256"/>
                  <a:pt x="117895" y="11789"/>
                </a:cubicBezTo>
                <a:cubicBezTo>
                  <a:pt x="117895" y="11789"/>
                  <a:pt x="112639" y="23579"/>
                  <a:pt x="106105" y="23579"/>
                </a:cubicBezTo>
                <a:lnTo>
                  <a:pt x="98246" y="23579"/>
                </a:lnTo>
                <a:cubicBezTo>
                  <a:pt x="91712" y="23579"/>
                  <a:pt x="86456" y="18323"/>
                  <a:pt x="86456" y="11789"/>
                </a:cubicBezTo>
                <a:close/>
                <a:moveTo>
                  <a:pt x="98246" y="35368"/>
                </a:moveTo>
                <a:lnTo>
                  <a:pt x="106105" y="35368"/>
                </a:lnTo>
                <a:cubicBezTo>
                  <a:pt x="112639" y="35368"/>
                  <a:pt x="117895" y="40625"/>
                  <a:pt x="117895" y="47158"/>
                </a:cubicBezTo>
                <a:cubicBezTo>
                  <a:pt x="117895" y="47158"/>
                  <a:pt x="112639" y="58947"/>
                  <a:pt x="106105" y="58947"/>
                </a:cubicBezTo>
                <a:lnTo>
                  <a:pt x="98246" y="58947"/>
                </a:lnTo>
                <a:cubicBezTo>
                  <a:pt x="91712" y="58947"/>
                  <a:pt x="86456" y="53691"/>
                  <a:pt x="86456" y="47158"/>
                </a:cubicBezTo>
                <a:cubicBezTo>
                  <a:pt x="86456" y="47158"/>
                  <a:pt x="91712" y="35368"/>
                  <a:pt x="98246" y="35368"/>
                </a:cubicBezTo>
                <a:close/>
                <a:moveTo>
                  <a:pt x="27509" y="70737"/>
                </a:moveTo>
                <a:lnTo>
                  <a:pt x="35368" y="70737"/>
                </a:lnTo>
                <a:cubicBezTo>
                  <a:pt x="41902" y="70737"/>
                  <a:pt x="47158" y="75993"/>
                  <a:pt x="47158" y="82526"/>
                </a:cubicBezTo>
                <a:cubicBezTo>
                  <a:pt x="47158" y="82526"/>
                  <a:pt x="41902" y="94316"/>
                  <a:pt x="35368" y="94316"/>
                </a:cubicBezTo>
                <a:lnTo>
                  <a:pt x="27509" y="94316"/>
                </a:lnTo>
                <a:cubicBezTo>
                  <a:pt x="20975" y="94316"/>
                  <a:pt x="15719" y="89060"/>
                  <a:pt x="15719" y="82526"/>
                </a:cubicBezTo>
                <a:cubicBezTo>
                  <a:pt x="15719" y="82526"/>
                  <a:pt x="20975" y="70737"/>
                  <a:pt x="27509" y="70737"/>
                </a:cubicBezTo>
                <a:close/>
                <a:moveTo>
                  <a:pt x="0" y="123495"/>
                </a:moveTo>
                <a:cubicBezTo>
                  <a:pt x="0" y="116077"/>
                  <a:pt x="6042" y="110035"/>
                  <a:pt x="13460" y="110035"/>
                </a:cubicBezTo>
                <a:lnTo>
                  <a:pt x="238000" y="110035"/>
                </a:lnTo>
                <a:cubicBezTo>
                  <a:pt x="245418" y="110035"/>
                  <a:pt x="251460" y="116077"/>
                  <a:pt x="251460" y="123495"/>
                </a:cubicBezTo>
                <a:cubicBezTo>
                  <a:pt x="251460" y="158127"/>
                  <a:pt x="229649" y="187699"/>
                  <a:pt x="199046" y="199193"/>
                </a:cubicBezTo>
                <a:lnTo>
                  <a:pt x="198211" y="206316"/>
                </a:lnTo>
                <a:cubicBezTo>
                  <a:pt x="197228" y="214176"/>
                  <a:pt x="190548" y="220070"/>
                  <a:pt x="182590" y="220070"/>
                </a:cubicBezTo>
                <a:lnTo>
                  <a:pt x="68870" y="220070"/>
                </a:lnTo>
                <a:cubicBezTo>
                  <a:pt x="60961" y="220070"/>
                  <a:pt x="54232" y="214176"/>
                  <a:pt x="53249" y="206316"/>
                </a:cubicBezTo>
                <a:lnTo>
                  <a:pt x="52365" y="199242"/>
                </a:lnTo>
                <a:cubicBezTo>
                  <a:pt x="21811" y="187699"/>
                  <a:pt x="0" y="158127"/>
                  <a:pt x="0" y="123495"/>
                </a:cubicBezTo>
                <a:close/>
                <a:moveTo>
                  <a:pt x="110035" y="82526"/>
                </a:moveTo>
                <a:cubicBezTo>
                  <a:pt x="110035" y="75993"/>
                  <a:pt x="115291" y="70737"/>
                  <a:pt x="121825" y="70737"/>
                </a:cubicBezTo>
                <a:lnTo>
                  <a:pt x="129684" y="70737"/>
                </a:lnTo>
                <a:cubicBezTo>
                  <a:pt x="136218" y="70737"/>
                  <a:pt x="141474" y="75993"/>
                  <a:pt x="141474" y="82526"/>
                </a:cubicBezTo>
                <a:cubicBezTo>
                  <a:pt x="141474" y="82526"/>
                  <a:pt x="136218" y="94316"/>
                  <a:pt x="129684" y="94316"/>
                </a:cubicBezTo>
                <a:lnTo>
                  <a:pt x="121825" y="94316"/>
                </a:lnTo>
                <a:cubicBezTo>
                  <a:pt x="115291" y="94316"/>
                  <a:pt x="110035" y="89060"/>
                  <a:pt x="110035" y="82526"/>
                </a:cubicBezTo>
                <a:close/>
                <a:moveTo>
                  <a:pt x="62877" y="82526"/>
                </a:moveTo>
                <a:cubicBezTo>
                  <a:pt x="62877" y="75993"/>
                  <a:pt x="68133" y="70737"/>
                  <a:pt x="74667" y="70737"/>
                </a:cubicBezTo>
                <a:lnTo>
                  <a:pt x="82526" y="70737"/>
                </a:lnTo>
                <a:cubicBezTo>
                  <a:pt x="89060" y="70737"/>
                  <a:pt x="94316" y="75993"/>
                  <a:pt x="94316" y="82526"/>
                </a:cubicBezTo>
                <a:cubicBezTo>
                  <a:pt x="94316" y="82526"/>
                  <a:pt x="89060" y="94316"/>
                  <a:pt x="82526" y="94316"/>
                </a:cubicBezTo>
                <a:lnTo>
                  <a:pt x="74667" y="94316"/>
                </a:lnTo>
                <a:cubicBezTo>
                  <a:pt x="68133" y="94316"/>
                  <a:pt x="62877" y="89060"/>
                  <a:pt x="62877" y="82526"/>
                </a:cubicBezTo>
                <a:close/>
                <a:moveTo>
                  <a:pt x="51088" y="35368"/>
                </a:moveTo>
                <a:lnTo>
                  <a:pt x="58947" y="35368"/>
                </a:lnTo>
                <a:cubicBezTo>
                  <a:pt x="65481" y="35368"/>
                  <a:pt x="70737" y="40625"/>
                  <a:pt x="70737" y="47158"/>
                </a:cubicBezTo>
                <a:cubicBezTo>
                  <a:pt x="70737" y="47158"/>
                  <a:pt x="65481" y="58947"/>
                  <a:pt x="58947" y="58947"/>
                </a:cubicBezTo>
                <a:lnTo>
                  <a:pt x="51088" y="58947"/>
                </a:lnTo>
                <a:cubicBezTo>
                  <a:pt x="44554" y="58947"/>
                  <a:pt x="39298" y="53691"/>
                  <a:pt x="39298" y="47158"/>
                </a:cubicBezTo>
                <a:cubicBezTo>
                  <a:pt x="39298" y="47158"/>
                  <a:pt x="44554" y="35368"/>
                  <a:pt x="51088" y="35368"/>
                </a:cubicBezTo>
                <a:close/>
                <a:moveTo>
                  <a:pt x="157193" y="82526"/>
                </a:moveTo>
                <a:cubicBezTo>
                  <a:pt x="157193" y="75993"/>
                  <a:pt x="162449" y="70737"/>
                  <a:pt x="168983" y="70737"/>
                </a:cubicBezTo>
                <a:lnTo>
                  <a:pt x="176842" y="70737"/>
                </a:lnTo>
                <a:cubicBezTo>
                  <a:pt x="183376" y="70737"/>
                  <a:pt x="188632" y="75993"/>
                  <a:pt x="188632" y="82526"/>
                </a:cubicBezTo>
                <a:cubicBezTo>
                  <a:pt x="188632" y="82526"/>
                  <a:pt x="183376" y="94316"/>
                  <a:pt x="176842" y="94316"/>
                </a:cubicBezTo>
                <a:lnTo>
                  <a:pt x="168983" y="94316"/>
                </a:lnTo>
                <a:cubicBezTo>
                  <a:pt x="162449" y="94316"/>
                  <a:pt x="157193" y="89060"/>
                  <a:pt x="157193" y="82526"/>
                </a:cubicBezTo>
                <a:close/>
                <a:moveTo>
                  <a:pt x="145404" y="35368"/>
                </a:moveTo>
                <a:lnTo>
                  <a:pt x="153263" y="35368"/>
                </a:lnTo>
                <a:cubicBezTo>
                  <a:pt x="159797" y="35368"/>
                  <a:pt x="165053" y="40625"/>
                  <a:pt x="165053" y="47158"/>
                </a:cubicBezTo>
                <a:cubicBezTo>
                  <a:pt x="165053" y="47158"/>
                  <a:pt x="159797" y="58947"/>
                  <a:pt x="153263" y="58947"/>
                </a:cubicBezTo>
                <a:lnTo>
                  <a:pt x="145404" y="58947"/>
                </a:lnTo>
                <a:cubicBezTo>
                  <a:pt x="138870" y="58947"/>
                  <a:pt x="133614" y="53691"/>
                  <a:pt x="133614" y="47158"/>
                </a:cubicBezTo>
                <a:cubicBezTo>
                  <a:pt x="133614" y="47158"/>
                  <a:pt x="138870" y="35368"/>
                  <a:pt x="145404" y="35368"/>
                </a:cubicBezTo>
                <a:close/>
                <a:moveTo>
                  <a:pt x="204351" y="82526"/>
                </a:moveTo>
                <a:cubicBezTo>
                  <a:pt x="204351" y="75993"/>
                  <a:pt x="209607" y="70737"/>
                  <a:pt x="216141" y="70737"/>
                </a:cubicBezTo>
                <a:lnTo>
                  <a:pt x="224000" y="70737"/>
                </a:lnTo>
                <a:cubicBezTo>
                  <a:pt x="230534" y="70737"/>
                  <a:pt x="235790" y="75993"/>
                  <a:pt x="235790" y="82526"/>
                </a:cubicBezTo>
                <a:cubicBezTo>
                  <a:pt x="235790" y="82526"/>
                  <a:pt x="230534" y="94316"/>
                  <a:pt x="224000" y="94316"/>
                </a:cubicBezTo>
                <a:lnTo>
                  <a:pt x="216141" y="94316"/>
                </a:lnTo>
                <a:cubicBezTo>
                  <a:pt x="209607" y="94316"/>
                  <a:pt x="204351" y="89060"/>
                  <a:pt x="204351" y="82526"/>
                </a:cubicBezTo>
                <a:close/>
                <a:moveTo>
                  <a:pt x="192562" y="35368"/>
                </a:moveTo>
                <a:lnTo>
                  <a:pt x="200421" y="35368"/>
                </a:lnTo>
                <a:cubicBezTo>
                  <a:pt x="206955" y="35368"/>
                  <a:pt x="212211" y="40625"/>
                  <a:pt x="212211" y="47158"/>
                </a:cubicBezTo>
                <a:cubicBezTo>
                  <a:pt x="212211" y="47158"/>
                  <a:pt x="206955" y="58947"/>
                  <a:pt x="200421" y="58947"/>
                </a:cubicBezTo>
                <a:lnTo>
                  <a:pt x="192562" y="58947"/>
                </a:lnTo>
                <a:cubicBezTo>
                  <a:pt x="186028" y="58947"/>
                  <a:pt x="180772" y="53691"/>
                  <a:pt x="180772" y="47158"/>
                </a:cubicBezTo>
                <a:cubicBezTo>
                  <a:pt x="180772" y="47158"/>
                  <a:pt x="186028" y="35368"/>
                  <a:pt x="192562" y="35368"/>
                </a:cubicBezTo>
                <a:close/>
                <a:moveTo>
                  <a:pt x="145404" y="0"/>
                </a:moveTo>
                <a:lnTo>
                  <a:pt x="153263" y="0"/>
                </a:lnTo>
                <a:cubicBezTo>
                  <a:pt x="159797" y="0"/>
                  <a:pt x="165053" y="5256"/>
                  <a:pt x="165053" y="11789"/>
                </a:cubicBezTo>
                <a:cubicBezTo>
                  <a:pt x="165053" y="11789"/>
                  <a:pt x="159797" y="23579"/>
                  <a:pt x="153263" y="23579"/>
                </a:cubicBezTo>
                <a:lnTo>
                  <a:pt x="145404" y="23579"/>
                </a:lnTo>
                <a:cubicBezTo>
                  <a:pt x="138870" y="23579"/>
                  <a:pt x="133614" y="18323"/>
                  <a:pt x="133614" y="11789"/>
                </a:cubicBezTo>
                <a:cubicBezTo>
                  <a:pt x="133614" y="11789"/>
                  <a:pt x="138870" y="0"/>
                  <a:pt x="145404" y="0"/>
                </a:cubicBezTo>
                <a:close/>
              </a:path>
            </a:pathLst>
          </a:custGeom>
          <a:solidFill>
            <a:srgbClr val="3E8E5B"/>
          </a:solidFill>
          <a:ln/>
        </p:spPr>
        <p:txBody>
          <a:bodyPr/>
          <a:p/>
        </p:txBody>
      </p:sp>
      <p:sp>
        <p:nvSpPr>
          <p:cNvPr id="91" name="Text 88"/>
          <p:cNvSpPr/>
          <p:nvPr/>
        </p:nvSpPr>
        <p:spPr>
          <a:xfrm>
            <a:off x="8769096" y="5116068"/>
            <a:ext cx="260604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just">
              <a:lnSpc>
                <a:spcPts val="11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shows the largest estimated sensitivity, though highly sensitive to model specification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8183880" y="650367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8E5B"/>
            </a:solidFill>
            <a:prstDash val="solid"/>
          </a:ln>
        </p:spPr>
        <p:txBody>
          <a:bodyPr/>
          <a:p/>
        </p:txBody>
      </p:sp>
      <p:sp>
        <p:nvSpPr>
          <p:cNvPr id="93" name="Shape 90"/>
          <p:cNvSpPr/>
          <p:nvPr/>
        </p:nvSpPr>
        <p:spPr>
          <a:xfrm>
            <a:off x="8318182" y="6606540"/>
            <a:ext cx="188595" cy="251460"/>
          </a:xfrm>
          <a:custGeom>
            <a:avLst/>
            <a:gdLst/>
            <a:ahLst/>
            <a:cxnLst/>
            <a:rect l="l" t="t" r="r" b="b"/>
            <a:pathLst>
              <a:path w="188595" h="251460">
                <a:moveTo>
                  <a:pt x="94298" y="251460"/>
                </a:moveTo>
                <a:cubicBezTo>
                  <a:pt x="42237" y="251460"/>
                  <a:pt x="0" y="209223"/>
                  <a:pt x="0" y="157163"/>
                </a:cubicBezTo>
                <a:cubicBezTo>
                  <a:pt x="0" y="112371"/>
                  <a:pt x="63945" y="28338"/>
                  <a:pt x="81823" y="5746"/>
                </a:cubicBezTo>
                <a:cubicBezTo>
                  <a:pt x="84770" y="2063"/>
                  <a:pt x="89141" y="0"/>
                  <a:pt x="93855" y="0"/>
                </a:cubicBezTo>
                <a:lnTo>
                  <a:pt x="94740" y="0"/>
                </a:lnTo>
                <a:cubicBezTo>
                  <a:pt x="99454" y="0"/>
                  <a:pt x="103825" y="2063"/>
                  <a:pt x="106772" y="5746"/>
                </a:cubicBezTo>
                <a:cubicBezTo>
                  <a:pt x="124650" y="28338"/>
                  <a:pt x="188595" y="112371"/>
                  <a:pt x="188595" y="157163"/>
                </a:cubicBezTo>
                <a:cubicBezTo>
                  <a:pt x="188595" y="209223"/>
                  <a:pt x="146358" y="251460"/>
                  <a:pt x="94298" y="251460"/>
                </a:cubicBezTo>
                <a:close/>
                <a:moveTo>
                  <a:pt x="47149" y="165021"/>
                </a:moveTo>
                <a:cubicBezTo>
                  <a:pt x="47149" y="160699"/>
                  <a:pt x="43613" y="157163"/>
                  <a:pt x="39291" y="157163"/>
                </a:cubicBezTo>
                <a:cubicBezTo>
                  <a:pt x="39291" y="157163"/>
                  <a:pt x="31433" y="160699"/>
                  <a:pt x="31433" y="165021"/>
                </a:cubicBezTo>
                <a:cubicBezTo>
                  <a:pt x="31433" y="195422"/>
                  <a:pt x="56038" y="220028"/>
                  <a:pt x="86439" y="220028"/>
                </a:cubicBezTo>
                <a:cubicBezTo>
                  <a:pt x="90761" y="220028"/>
                  <a:pt x="94298" y="216491"/>
                  <a:pt x="94298" y="212169"/>
                </a:cubicBezTo>
                <a:cubicBezTo>
                  <a:pt x="94298" y="212169"/>
                  <a:pt x="90761" y="204311"/>
                  <a:pt x="86439" y="204311"/>
                </a:cubicBezTo>
                <a:cubicBezTo>
                  <a:pt x="64731" y="204311"/>
                  <a:pt x="47149" y="186729"/>
                  <a:pt x="47149" y="165021"/>
                </a:cubicBezTo>
                <a:close/>
              </a:path>
            </a:pathLst>
          </a:custGeom>
          <a:solidFill>
            <a:srgbClr val="3E8E5B"/>
          </a:solidFill>
          <a:ln/>
        </p:spPr>
        <p:txBody>
          <a:bodyPr/>
          <a:p/>
        </p:txBody>
      </p:sp>
      <p:sp>
        <p:nvSpPr>
          <p:cNvPr id="94" name="Text 91"/>
          <p:cNvSpPr/>
          <p:nvPr/>
        </p:nvSpPr>
        <p:spPr>
          <a:xfrm>
            <a:off x="8769096" y="6217920"/>
            <a:ext cx="260604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just">
              <a:lnSpc>
                <a:spcPts val="11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is associated with lower heat sensitivity in four of eight crops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8183880" y="7605522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8E5B"/>
            </a:solidFill>
            <a:prstDash val="solid"/>
          </a:ln>
        </p:spPr>
        <p:txBody>
          <a:bodyPr/>
          <a:p/>
        </p:txBody>
      </p:sp>
      <p:sp>
        <p:nvSpPr>
          <p:cNvPr id="97" name="Text 94"/>
          <p:cNvSpPr/>
          <p:nvPr/>
        </p:nvSpPr>
        <p:spPr>
          <a:xfrm>
            <a:off x="8769096" y="7319772"/>
            <a:ext cx="260604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just">
              <a:lnSpc>
                <a:spcPts val="11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is stable across the core linear specifications, except soybean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201168" y="8577072"/>
            <a:ext cx="11786616" cy="658368"/>
          </a:xfrm>
          <a:prstGeom prst="roundRect">
            <a:avLst>
              <a:gd name="adj" fmla="val 11111"/>
            </a:avLst>
          </a:prstGeom>
          <a:solidFill>
            <a:srgbClr val="DCEBF7"/>
          </a:solidFill>
          <a:ln w="12700">
            <a:solidFill>
              <a:srgbClr val="2E6FAE"/>
            </a:solidFill>
            <a:prstDash val="solid"/>
          </a:ln>
        </p:spPr>
        <p:txBody>
          <a:bodyPr/>
          <a:p/>
        </p:txBody>
      </p:sp>
      <p:sp>
        <p:nvSpPr>
          <p:cNvPr id="99" name="Text 96"/>
          <p:cNvSpPr/>
          <p:nvPr/>
        </p:nvSpPr>
        <p:spPr>
          <a:xfrm>
            <a:off x="365760" y="8577072"/>
            <a:ext cx="11457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panel data (63–143 countries/crop)  •  1961–2024  •  Two-Way Fixed Effects  •  23 model specifications</a:t>
            </a:r>
            <a:endParaRPr lang="en-US" sz="1150" dirty="0"/>
          </a:p>
        </p:txBody>
      </p:sp>
      <p:sp>
        <p:nvSpPr>
          <p:cNvPr id="108" name="Rectangle 107"/>
          <p:cNvSpPr/>
          <p:nvPr/>
        </p:nvSpPr>
        <p:spPr>
          <a:xfrm>
            <a:off x="8407530" y="7751622"/>
            <a:ext cx="9900" cy="12375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329980" y="7751622"/>
            <a:ext cx="165000" cy="8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371230" y="7875372"/>
            <a:ext cx="82500" cy="8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294230" y="7784622"/>
            <a:ext cx="71500" cy="35750"/>
          </a:xfrm>
          <a:prstGeom prst="ellipse">
            <a:avLst/>
          </a:prstGeom>
          <a:noFill/>
          <a:ln w="90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59230" y="7784622"/>
            <a:ext cx="71500" cy="35750"/>
          </a:xfrm>
          <a:prstGeom prst="ellipse">
            <a:avLst/>
          </a:prstGeom>
          <a:noFill/>
          <a:ln w="90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8329980" y="7751622"/>
            <a:ext cx="1" cy="33000"/>
          </a:xfrm>
          <a:prstGeom prst="line">
            <a:avLst/>
          </a:prstGeom>
          <a:ln w="90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494980" y="7751622"/>
            <a:ext cx="1" cy="33000"/>
          </a:xfrm>
          <a:prstGeom prst="line">
            <a:avLst/>
          </a:prstGeom>
          <a:ln w="90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2648" y="2347576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TMX (max. temperature)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2648" y="2603608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PRE (precipitation)</a:t>
            </a:r>
          </a:p>
        </p:txBody>
      </p:sp>
      <p:sp>
        <p:nvSpPr>
          <p:cNvPr id="117" name="Oval 116"/>
          <p:cNvSpPr/>
          <p:nvPr/>
        </p:nvSpPr>
        <p:spPr>
          <a:xfrm>
            <a:off x="361168" y="8821256"/>
            <a:ext cx="170000" cy="170000"/>
          </a:xfrm>
          <a:prstGeom prst="ellipse">
            <a:avLst/>
          </a:prstGeom>
          <a:noFill/>
          <a:ln w="110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61168" y="8906256"/>
            <a:ext cx="170000" cy="0"/>
          </a:xfrm>
          <a:prstGeom prst="line">
            <a:avLst/>
          </a:prstGeom>
          <a:ln w="700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413868" y="8821256"/>
            <a:ext cx="64600" cy="170000"/>
          </a:xfrm>
          <a:prstGeom prst="ellipse">
            <a:avLst/>
          </a:prstGeom>
          <a:noFill/>
          <a:ln w="70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2026-08-06T13:37:57Z</dcterms:created>
  <dcterms:modified xsi:type="dcterms:W3CDTF">2026-08-06T13:37:57Z</dcterms:modified>
</cp:coreProperties>
</file>